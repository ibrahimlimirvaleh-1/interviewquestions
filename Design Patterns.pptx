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8" r:id="rId4"/>
  </p:sldMasterIdLst>
  <p:notesMasterIdLst>
    <p:notesMasterId r:id="rId42"/>
  </p:notesMasterIdLst>
  <p:handoutMasterIdLst>
    <p:handoutMasterId r:id="rId43"/>
  </p:handoutMasterIdLst>
  <p:sldIdLst>
    <p:sldId id="316" r:id="rId5"/>
    <p:sldId id="318" r:id="rId6"/>
    <p:sldId id="317" r:id="rId7"/>
    <p:sldId id="312" r:id="rId8"/>
    <p:sldId id="319" r:id="rId9"/>
    <p:sldId id="320" r:id="rId10"/>
    <p:sldId id="321" r:id="rId11"/>
    <p:sldId id="322" r:id="rId12"/>
    <p:sldId id="323" r:id="rId13"/>
    <p:sldId id="348" r:id="rId14"/>
    <p:sldId id="324" r:id="rId15"/>
    <p:sldId id="325" r:id="rId16"/>
    <p:sldId id="342" r:id="rId17"/>
    <p:sldId id="343" r:id="rId18"/>
    <p:sldId id="344" r:id="rId19"/>
    <p:sldId id="345" r:id="rId20"/>
    <p:sldId id="346" r:id="rId21"/>
    <p:sldId id="347" r:id="rId22"/>
    <p:sldId id="327" r:id="rId23"/>
    <p:sldId id="326" r:id="rId24"/>
    <p:sldId id="328" r:id="rId25"/>
    <p:sldId id="329" r:id="rId26"/>
    <p:sldId id="331" r:id="rId27"/>
    <p:sldId id="330" r:id="rId28"/>
    <p:sldId id="332" r:id="rId29"/>
    <p:sldId id="333" r:id="rId30"/>
    <p:sldId id="334" r:id="rId31"/>
    <p:sldId id="335" r:id="rId32"/>
    <p:sldId id="336" r:id="rId33"/>
    <p:sldId id="337" r:id="rId34"/>
    <p:sldId id="338" r:id="rId35"/>
    <p:sldId id="339" r:id="rId36"/>
    <p:sldId id="340" r:id="rId37"/>
    <p:sldId id="341" r:id="rId38"/>
    <p:sldId id="349" r:id="rId39"/>
    <p:sldId id="350" r:id="rId40"/>
    <p:sldId id="351" r:id="rId41"/>
  </p:sldIdLst>
  <p:sldSz cx="12192000" cy="6858000"/>
  <p:notesSz cx="6858000" cy="9144000"/>
  <p:defaultTextStyle>
    <a:defPPr rtl="0">
      <a:defRPr lang="ru-RU"/>
    </a:defPPr>
    <a:lvl1pPr marL="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5226" autoAdjust="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outlineViewPr>
    <p:cViewPr>
      <p:scale>
        <a:sx n="33" d="100"/>
        <a:sy n="33" d="100"/>
      </p:scale>
      <p:origin x="0" y="-3182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2" d="100"/>
          <a:sy n="82" d="100"/>
        </p:scale>
        <p:origin x="3954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notesMaster" Target="notesMasters/notesMaster1.xml"/><Relationship Id="rId47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handoutMaster" Target="handoutMasters/handoutMaster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theme" Target="theme/theme1.xml"/><Relationship Id="rId20" Type="http://schemas.openxmlformats.org/officeDocument/2006/relationships/slide" Target="slides/slide16.xml"/><Relationship Id="rId41" Type="http://schemas.openxmlformats.org/officeDocument/2006/relationships/slide" Target="slides/slide3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AF742EB1-1CF7-0398-C294-EB2640D8168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3D5C628F-39D2-9E79-517F-07AD9951546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54FD88-9119-4749-85F6-B6BDA46DA54E}" type="datetime1">
              <a:rPr lang="ru-RU" smtClean="0"/>
              <a:t>14.12.2025</a:t>
            </a:fld>
            <a:endParaRPr lang="ru-RU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7FB55C74-5E5A-3161-1398-6E20B8C416A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F476AC65-216C-063C-C807-795961D7F07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20A244-CBEC-4079-903D-02D46001F85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6803207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ru-RU" sz="1200"/>
            </a:lvl1pPr>
          </a:lstStyle>
          <a:p>
            <a:pPr rtl="0"/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ru-RU" sz="1200"/>
            </a:lvl1pPr>
          </a:lstStyle>
          <a:p>
            <a:fld id="{CB677F1A-AC8C-4965-9B2A-2CD1094CC137}" type="datetime1">
              <a:rPr lang="ru-RU" smtClean="0"/>
              <a:pPr/>
              <a:t>14.12.2025</a:t>
            </a:fld>
            <a:endParaRPr lang="ru-RU" dirty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defPPr>
              <a:defRPr lang="ru-RU"/>
            </a:defPPr>
          </a:lstStyle>
          <a:p>
            <a:pPr lvl="0" rtl="0"/>
            <a:r>
              <a:rPr lang="ru-RU"/>
              <a:t>Щелкните, чтобы изменить стили текста образца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ru-RU" sz="1200"/>
            </a:lvl1pPr>
          </a:lstStyle>
          <a:p>
            <a:pPr rtl="0"/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ru-RU" sz="1200"/>
            </a:lvl1pPr>
          </a:lstStyle>
          <a:p>
            <a:pPr rtl="0"/>
            <a:fld id="{F751AFB1-1A0D-4465-9C69-5C319B14D7BF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042756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F751AFB1-1A0D-4465-9C69-5C319B14D7BF}" type="slidenum">
              <a:rPr lang="ru-RU" smtClean="0"/>
              <a:t>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333130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F751AFB1-1A0D-4465-9C69-5C319B14D7BF}" type="slidenum">
              <a:rPr lang="ru-RU" smtClean="0"/>
              <a:t>4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941835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F751AFB1-1A0D-4465-9C69-5C319B14D7BF}" type="slidenum">
              <a:rPr lang="ru-RU" smtClean="0"/>
              <a:t>6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979658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F751AFB1-1A0D-4465-9C69-5C319B14D7BF}" type="slidenum">
              <a:rPr lang="ru-RU" smtClean="0"/>
              <a:t>8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284790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Название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2F3A8F-B976-406D-827A-8714EFF8034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3159" y="1348536"/>
            <a:ext cx="4076458" cy="3654827"/>
          </a:xfrm>
        </p:spPr>
        <p:txBody>
          <a:bodyPr rtlCol="0" anchor="b">
            <a:normAutofit/>
          </a:bodyPr>
          <a:lstStyle>
            <a:lvl1pPr algn="r">
              <a:defRPr lang="ru-RU" sz="36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ru-RU"/>
              <a:t>СТИЛЬ ОБРАЗЦА ЗАГОЛОВКА</a:t>
            </a:r>
          </a:p>
        </p:txBody>
      </p:sp>
      <p:sp>
        <p:nvSpPr>
          <p:cNvPr id="7" name="Подзаголовок 2">
            <a:extLst>
              <a:ext uri="{FF2B5EF4-FFF2-40B4-BE49-F238E27FC236}">
                <a16:creationId xmlns:a16="http://schemas.microsoft.com/office/drawing/2014/main" id="{A4851079-28FC-41AF-8373-BD8382DEDA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93159" y="5170453"/>
            <a:ext cx="4076458" cy="990197"/>
          </a:xfrm>
        </p:spPr>
        <p:txBody>
          <a:bodyPr rtlCol="0">
            <a:normAutofit/>
          </a:bodyPr>
          <a:lstStyle>
            <a:lvl1pPr marL="0" indent="0" algn="r">
              <a:buNone/>
              <a:defRPr lang="ru-RU" sz="2400">
                <a:solidFill>
                  <a:schemeClr val="bg1"/>
                </a:solidFill>
              </a:defRPr>
            </a:lvl1pPr>
          </a:lstStyle>
          <a:p>
            <a:pPr algn="r" rtl="0"/>
            <a:r>
              <a:rPr lang="ru-RU">
                <a:solidFill>
                  <a:schemeClr val="bg1"/>
                </a:solidFill>
                <a:cs typeface="Calibri"/>
              </a:rPr>
              <a:t>Щелкните, чтобы изменить стиль основного текста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15" name="Рисунок 14">
            <a:extLst>
              <a:ext uri="{FF2B5EF4-FFF2-40B4-BE49-F238E27FC236}">
                <a16:creationId xmlns:a16="http://schemas.microsoft.com/office/drawing/2014/main" id="{4D6C3907-3C68-4C02-98EE-B36817B3763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457025" y="0"/>
            <a:ext cx="6734974" cy="6858001"/>
          </a:xfrm>
          <a:custGeom>
            <a:avLst/>
            <a:gdLst>
              <a:gd name="connsiteX0" fmla="*/ 1 w 6734974"/>
              <a:gd name="connsiteY0" fmla="*/ 6292661 h 6858001"/>
              <a:gd name="connsiteX1" fmla="*/ 6734974 w 6734974"/>
              <a:gd name="connsiteY1" fmla="*/ 6292661 h 6858001"/>
              <a:gd name="connsiteX2" fmla="*/ 6734974 w 6734974"/>
              <a:gd name="connsiteY2" fmla="*/ 6858001 h 6858001"/>
              <a:gd name="connsiteX3" fmla="*/ 1 w 6734974"/>
              <a:gd name="connsiteY3" fmla="*/ 6858001 h 6858001"/>
              <a:gd name="connsiteX4" fmla="*/ 0 w 6734974"/>
              <a:gd name="connsiteY4" fmla="*/ 0 h 6858001"/>
              <a:gd name="connsiteX5" fmla="*/ 6734973 w 6734974"/>
              <a:gd name="connsiteY5" fmla="*/ 0 h 6858001"/>
              <a:gd name="connsiteX6" fmla="*/ 6734973 w 6734974"/>
              <a:gd name="connsiteY6" fmla="*/ 6256019 h 6858001"/>
              <a:gd name="connsiteX7" fmla="*/ 0 w 6734974"/>
              <a:gd name="connsiteY7" fmla="*/ 6256019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734974" h="6858001">
                <a:moveTo>
                  <a:pt x="1" y="6292661"/>
                </a:moveTo>
                <a:lnTo>
                  <a:pt x="6734974" y="6292661"/>
                </a:lnTo>
                <a:lnTo>
                  <a:pt x="6734974" y="6858001"/>
                </a:lnTo>
                <a:lnTo>
                  <a:pt x="1" y="6858001"/>
                </a:lnTo>
                <a:close/>
                <a:moveTo>
                  <a:pt x="0" y="0"/>
                </a:moveTo>
                <a:lnTo>
                  <a:pt x="6734973" y="0"/>
                </a:lnTo>
                <a:lnTo>
                  <a:pt x="6734973" y="6256019"/>
                </a:lnTo>
                <a:lnTo>
                  <a:pt x="0" y="6256019"/>
                </a:lnTo>
                <a:close/>
              </a:path>
            </a:pathLst>
          </a:custGeom>
        </p:spPr>
        <p:txBody>
          <a:bodyPr wrap="square" rtlCol="0">
            <a:noAutofit/>
          </a:bodyPr>
          <a:lstStyle>
            <a:defPPr>
              <a:defRPr lang="ru-RU"/>
            </a:defPPr>
          </a:lstStyle>
          <a:p>
            <a:pPr rtl="0"/>
            <a:r>
              <a:rPr lang="ru-RU"/>
              <a:t>Вставка рисунка</a:t>
            </a:r>
            <a:endParaRPr lang="ru-RU" dirty="0"/>
          </a:p>
        </p:txBody>
      </p:sp>
      <p:cxnSp>
        <p:nvCxnSpPr>
          <p:cNvPr id="14" name="Прямая соединительная линия 13">
            <a:extLst>
              <a:ext uri="{FF2B5EF4-FFF2-40B4-BE49-F238E27FC236}">
                <a16:creationId xmlns:a16="http://schemas.microsoft.com/office/drawing/2014/main" id="{5984E7FD-271C-4B10-826F-A323C479DD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793159" y="6274339"/>
            <a:ext cx="11398840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470497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овест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DAFE17E6-924C-47EE-8164-2CD1687C7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3008" y="252743"/>
            <a:ext cx="4739619" cy="3042610"/>
          </a:xfrm>
          <a:prstGeom prst="rect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76572DC8-7C70-4BE2-9DB2-CFABD37F8F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25449" y="3548095"/>
            <a:ext cx="4739619" cy="3042610"/>
          </a:xfrm>
          <a:prstGeom prst="rect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6946745-2521-4BB4-80EC-24CD13FF3A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92583" y="252743"/>
            <a:ext cx="4434721" cy="1965163"/>
          </a:xfrm>
        </p:spPr>
        <p:txBody>
          <a:bodyPr rtlCol="0" anchor="b">
            <a:normAutofit/>
          </a:bodyPr>
          <a:lstStyle>
            <a:lvl1pPr>
              <a:defRPr lang="ru-RU" sz="54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ru-RU"/>
              <a:t>Образец заголовка</a:t>
            </a:r>
          </a:p>
        </p:txBody>
      </p:sp>
      <p:sp>
        <p:nvSpPr>
          <p:cNvPr id="21" name="Рисунок 20">
            <a:extLst>
              <a:ext uri="{FF2B5EF4-FFF2-40B4-BE49-F238E27FC236}">
                <a16:creationId xmlns:a16="http://schemas.microsoft.com/office/drawing/2014/main" id="{6A9682C5-2804-43F9-B365-D5F853CEB37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352550" y="539750"/>
            <a:ext cx="4281488" cy="2468563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/>
              <a:t>Вставка рисунка</a:t>
            </a:r>
            <a:endParaRPr lang="ru-RU" dirty="0"/>
          </a:p>
        </p:txBody>
      </p:sp>
      <p:sp>
        <p:nvSpPr>
          <p:cNvPr id="23" name="Рисунок 22">
            <a:extLst>
              <a:ext uri="{FF2B5EF4-FFF2-40B4-BE49-F238E27FC236}">
                <a16:creationId xmlns:a16="http://schemas.microsoft.com/office/drawing/2014/main" id="{1E5E2300-A2FB-4449-8855-6D21495825B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54050" y="3835400"/>
            <a:ext cx="4281488" cy="2468563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/>
              <a:t>Вставка рисунка</a:t>
            </a:r>
            <a:endParaRPr lang="ru-RU" dirty="0"/>
          </a:p>
        </p:txBody>
      </p:sp>
      <p:sp>
        <p:nvSpPr>
          <p:cNvPr id="14" name="Объект 2">
            <a:extLst>
              <a:ext uri="{FF2B5EF4-FFF2-40B4-BE49-F238E27FC236}">
                <a16:creationId xmlns:a16="http://schemas.microsoft.com/office/drawing/2014/main" id="{1F83215D-2938-4915-9C53-FDF71E3F0E1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392583" y="2645922"/>
            <a:ext cx="4434721" cy="3710427"/>
          </a:xfrm>
        </p:spPr>
        <p:txBody>
          <a:bodyPr rtlCol="0" anchor="t">
            <a:normAutofit/>
          </a:bodyPr>
          <a:lstStyle>
            <a:lvl1pPr>
              <a:defRPr lang="ru-RU" sz="1800"/>
            </a:lvl1pPr>
          </a:lstStyle>
          <a:p>
            <a:pPr rtl="0"/>
            <a:r>
              <a:rPr lang="ru-RU" sz="1800">
                <a:cs typeface="Calibri"/>
              </a:rPr>
              <a:t>Щелкните, чтобы изменить стиль основного текста</a:t>
            </a:r>
          </a:p>
        </p:txBody>
      </p:sp>
      <p:cxnSp>
        <p:nvCxnSpPr>
          <p:cNvPr id="18" name="Прямая соединительная линия 17">
            <a:extLst>
              <a:ext uri="{FF2B5EF4-FFF2-40B4-BE49-F238E27FC236}">
                <a16:creationId xmlns:a16="http://schemas.microsoft.com/office/drawing/2014/main" id="{AB8238B2-89F4-4CBF-8949-A4979F889C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586162" y="4410632"/>
            <a:ext cx="0" cy="24372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Дата 2">
            <a:extLst>
              <a:ext uri="{FF2B5EF4-FFF2-40B4-BE49-F238E27FC236}">
                <a16:creationId xmlns:a16="http://schemas.microsoft.com/office/drawing/2014/main" id="{779C96BE-A34E-471B-A916-071966BC699C}"/>
              </a:ext>
            </a:extLst>
          </p:cNvPr>
          <p:cNvSpPr>
            <a:spLocks noGrp="1"/>
          </p:cNvSpPr>
          <p:nvPr>
            <p:ph type="dt" sz="half" idx="12"/>
          </p:nvPr>
        </p:nvSpPr>
        <p:spPr>
          <a:xfrm>
            <a:off x="5785751" y="6356350"/>
            <a:ext cx="2743200" cy="365125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/>
              <a:t>20xx</a:t>
            </a:r>
            <a:endParaRPr lang="ru-RU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7B3040EA-B3B8-4EB9-BC7F-EB3DFF9597DC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 rot="16200000">
            <a:off x="9812116" y="1591485"/>
            <a:ext cx="3548094" cy="365125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/>
              <a:t>Образец текста нижнего колонтитула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20182D71-9E0A-4793-BA54-BEAEB7A36838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294A09A9-5501-47C1-A89A-A340965A2BE2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24466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Введ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" name="Прямая соединительная линия 17">
            <a:extLst>
              <a:ext uri="{FF2B5EF4-FFF2-40B4-BE49-F238E27FC236}">
                <a16:creationId xmlns:a16="http://schemas.microsoft.com/office/drawing/2014/main" id="{AB8238B2-89F4-4CBF-8949-A4979F889C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586162" y="4411581"/>
            <a:ext cx="0" cy="2437541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Овал 2">
            <a:extLst>
              <a:ext uri="{FF2B5EF4-FFF2-40B4-BE49-F238E27FC236}">
                <a16:creationId xmlns:a16="http://schemas.microsoft.com/office/drawing/2014/main" id="{E48A8E28-7873-4AFA-A619-0E497E0180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92268" y="536567"/>
            <a:ext cx="5784867" cy="5784867"/>
          </a:xfrm>
          <a:prstGeom prst="ellipse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6946745-2521-4BB4-80EC-24CD13FF3A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7340" y="2446418"/>
            <a:ext cx="4434721" cy="1965163"/>
          </a:xfrm>
        </p:spPr>
        <p:txBody>
          <a:bodyPr rtlCol="0" anchor="ctr">
            <a:normAutofit/>
          </a:bodyPr>
          <a:lstStyle>
            <a:lvl1pPr algn="ctr">
              <a:defRPr lang="ru-RU" sz="4500" kern="120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ru-RU"/>
              <a:t>Образец заголовка</a:t>
            </a:r>
          </a:p>
        </p:txBody>
      </p:sp>
      <p:sp>
        <p:nvSpPr>
          <p:cNvPr id="14" name="Объект 2">
            <a:extLst>
              <a:ext uri="{FF2B5EF4-FFF2-40B4-BE49-F238E27FC236}">
                <a16:creationId xmlns:a16="http://schemas.microsoft.com/office/drawing/2014/main" id="{1F83215D-2938-4915-9C53-FDF71E3F0E1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392583" y="536567"/>
            <a:ext cx="4518504" cy="5784867"/>
          </a:xfrm>
        </p:spPr>
        <p:txBody>
          <a:bodyPr rtlCol="0" anchor="ctr">
            <a:normAutofit/>
          </a:bodyPr>
          <a:lstStyle>
            <a:lvl1pPr marL="0" indent="0">
              <a:lnSpc>
                <a:spcPts val="2500"/>
              </a:lnSpc>
              <a:buNone/>
              <a:defRPr lang="ru-RU" sz="1800"/>
            </a:lvl1pPr>
          </a:lstStyle>
          <a:p>
            <a:pPr rtl="0"/>
            <a:r>
              <a:rPr lang="ru-RU" sz="1800">
                <a:cs typeface="Calibri"/>
              </a:rPr>
              <a:t>Щелкните, чтобы изменить стиль основного текста</a:t>
            </a:r>
          </a:p>
        </p:txBody>
      </p:sp>
      <p:sp>
        <p:nvSpPr>
          <p:cNvPr id="4" name="Графический объект 13">
            <a:extLst>
              <a:ext uri="{FF2B5EF4-FFF2-40B4-BE49-F238E27FC236}">
                <a16:creationId xmlns:a16="http://schemas.microsoft.com/office/drawing/2014/main" id="{5EB0124E-1A8A-4EB1-A9CF-E273590B60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09945" y="351421"/>
            <a:ext cx="198609" cy="198609"/>
          </a:xfrm>
          <a:custGeom>
            <a:avLst/>
            <a:gdLst>
              <a:gd name="connsiteX0" fmla="*/ 129601 w 139038"/>
              <a:gd name="connsiteY0" fmla="*/ 60082 h 139038"/>
              <a:gd name="connsiteX1" fmla="*/ 78956 w 139038"/>
              <a:gd name="connsiteY1" fmla="*/ 60082 h 139038"/>
              <a:gd name="connsiteX2" fmla="*/ 78956 w 139038"/>
              <a:gd name="connsiteY2" fmla="*/ 9437 h 139038"/>
              <a:gd name="connsiteX3" fmla="*/ 69519 w 139038"/>
              <a:gd name="connsiteY3" fmla="*/ 0 h 139038"/>
              <a:gd name="connsiteX4" fmla="*/ 60082 w 139038"/>
              <a:gd name="connsiteY4" fmla="*/ 9437 h 139038"/>
              <a:gd name="connsiteX5" fmla="*/ 60082 w 139038"/>
              <a:gd name="connsiteY5" fmla="*/ 60082 h 139038"/>
              <a:gd name="connsiteX6" fmla="*/ 9437 w 139038"/>
              <a:gd name="connsiteY6" fmla="*/ 60082 h 139038"/>
              <a:gd name="connsiteX7" fmla="*/ 0 w 139038"/>
              <a:gd name="connsiteY7" fmla="*/ 69519 h 139038"/>
              <a:gd name="connsiteX8" fmla="*/ 9437 w 139038"/>
              <a:gd name="connsiteY8" fmla="*/ 78956 h 139038"/>
              <a:gd name="connsiteX9" fmla="*/ 60082 w 139038"/>
              <a:gd name="connsiteY9" fmla="*/ 78956 h 139038"/>
              <a:gd name="connsiteX10" fmla="*/ 60082 w 139038"/>
              <a:gd name="connsiteY10" fmla="*/ 129601 h 139038"/>
              <a:gd name="connsiteX11" fmla="*/ 69519 w 139038"/>
              <a:gd name="connsiteY11" fmla="*/ 139038 h 139038"/>
              <a:gd name="connsiteX12" fmla="*/ 78956 w 139038"/>
              <a:gd name="connsiteY12" fmla="*/ 129601 h 139038"/>
              <a:gd name="connsiteX13" fmla="*/ 78956 w 139038"/>
              <a:gd name="connsiteY13" fmla="*/ 78956 h 139038"/>
              <a:gd name="connsiteX14" fmla="*/ 129601 w 139038"/>
              <a:gd name="connsiteY14" fmla="*/ 78956 h 139038"/>
              <a:gd name="connsiteX15" fmla="*/ 139038 w 139038"/>
              <a:gd name="connsiteY15" fmla="*/ 69519 h 139038"/>
              <a:gd name="connsiteX16" fmla="*/ 129601 w 139038"/>
              <a:gd name="connsiteY16" fmla="*/ 60082 h 1390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8" h="139038">
                <a:moveTo>
                  <a:pt x="129601" y="60082"/>
                </a:moveTo>
                <a:lnTo>
                  <a:pt x="78956" y="60082"/>
                </a:lnTo>
                <a:lnTo>
                  <a:pt x="78956" y="9437"/>
                </a:lnTo>
                <a:cubicBezTo>
                  <a:pt x="78956" y="4225"/>
                  <a:pt x="74731" y="0"/>
                  <a:pt x="69519" y="0"/>
                </a:cubicBezTo>
                <a:cubicBezTo>
                  <a:pt x="64307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7"/>
                  <a:pt x="0" y="69519"/>
                </a:cubicBezTo>
                <a:cubicBezTo>
                  <a:pt x="0" y="74731"/>
                  <a:pt x="4225" y="78956"/>
                  <a:pt x="9437" y="78956"/>
                </a:cubicBezTo>
                <a:lnTo>
                  <a:pt x="60082" y="78956"/>
                </a:lnTo>
                <a:lnTo>
                  <a:pt x="60082" y="129601"/>
                </a:lnTo>
                <a:cubicBezTo>
                  <a:pt x="60082" y="134813"/>
                  <a:pt x="64307" y="139038"/>
                  <a:pt x="69519" y="139038"/>
                </a:cubicBezTo>
                <a:cubicBezTo>
                  <a:pt x="74731" y="139038"/>
                  <a:pt x="78956" y="134813"/>
                  <a:pt x="78956" y="129601"/>
                </a:cubicBezTo>
                <a:lnTo>
                  <a:pt x="78956" y="78956"/>
                </a:lnTo>
                <a:lnTo>
                  <a:pt x="129601" y="78956"/>
                </a:lnTo>
                <a:cubicBezTo>
                  <a:pt x="134813" y="78956"/>
                  <a:pt x="139038" y="74731"/>
                  <a:pt x="139038" y="69519"/>
                </a:cubicBezTo>
                <a:cubicBezTo>
                  <a:pt x="139038" y="64307"/>
                  <a:pt x="134813" y="60082"/>
                  <a:pt x="129601" y="60082"/>
                </a:cubicBezTo>
                <a:close/>
              </a:path>
            </a:pathLst>
          </a:custGeom>
          <a:solidFill>
            <a:schemeClr val="accent2"/>
          </a:solidFill>
          <a:ln w="603" cap="flat">
            <a:noFill/>
            <a:prstDash val="solid"/>
            <a:miter/>
          </a:ln>
        </p:spPr>
        <p:txBody>
          <a:bodyPr rtlCol="0" anchor="ctr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5" name="Графический объект 12">
            <a:extLst>
              <a:ext uri="{FF2B5EF4-FFF2-40B4-BE49-F238E27FC236}">
                <a16:creationId xmlns:a16="http://schemas.microsoft.com/office/drawing/2014/main" id="{44654EA2-A648-4219-B093-1C05AE9646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425883" y="5732852"/>
            <a:ext cx="130186" cy="130186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2"/>
          </a:solidFill>
          <a:ln w="422" cap="flat">
            <a:noFill/>
            <a:prstDash val="solid"/>
            <a:miter/>
          </a:ln>
        </p:spPr>
        <p:txBody>
          <a:bodyPr rtlCol="0" anchor="ctr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6" name="Графический объект 15">
            <a:extLst>
              <a:ext uri="{FF2B5EF4-FFF2-40B4-BE49-F238E27FC236}">
                <a16:creationId xmlns:a16="http://schemas.microsoft.com/office/drawing/2014/main" id="{81C0EC89-A66C-4027-8FF0-F7605B5062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39223" y="1072473"/>
            <a:ext cx="182432" cy="182432"/>
          </a:xfrm>
          <a:custGeom>
            <a:avLst/>
            <a:gdLst>
              <a:gd name="connsiteX0" fmla="*/ 63857 w 127713"/>
              <a:gd name="connsiteY0" fmla="*/ 18874 h 127713"/>
              <a:gd name="connsiteX1" fmla="*/ 108839 w 127713"/>
              <a:gd name="connsiteY1" fmla="*/ 63857 h 127713"/>
              <a:gd name="connsiteX2" fmla="*/ 63857 w 127713"/>
              <a:gd name="connsiteY2" fmla="*/ 108839 h 127713"/>
              <a:gd name="connsiteX3" fmla="*/ 18874 w 127713"/>
              <a:gd name="connsiteY3" fmla="*/ 63857 h 127713"/>
              <a:gd name="connsiteX4" fmla="*/ 63857 w 127713"/>
              <a:gd name="connsiteY4" fmla="*/ 18874 h 127713"/>
              <a:gd name="connsiteX5" fmla="*/ 63857 w 127713"/>
              <a:gd name="connsiteY5" fmla="*/ 0 h 127713"/>
              <a:gd name="connsiteX6" fmla="*/ 0 w 127713"/>
              <a:gd name="connsiteY6" fmla="*/ 63857 h 127713"/>
              <a:gd name="connsiteX7" fmla="*/ 63857 w 127713"/>
              <a:gd name="connsiteY7" fmla="*/ 127713 h 127713"/>
              <a:gd name="connsiteX8" fmla="*/ 127713 w 127713"/>
              <a:gd name="connsiteY8" fmla="*/ 63857 h 127713"/>
              <a:gd name="connsiteX9" fmla="*/ 63857 w 127713"/>
              <a:gd name="connsiteY9" fmla="*/ 0 h 127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3" h="127713">
                <a:moveTo>
                  <a:pt x="63857" y="18874"/>
                </a:moveTo>
                <a:cubicBezTo>
                  <a:pt x="88700" y="18874"/>
                  <a:pt x="108839" y="39013"/>
                  <a:pt x="108839" y="63857"/>
                </a:cubicBezTo>
                <a:cubicBezTo>
                  <a:pt x="108839" y="88700"/>
                  <a:pt x="88700" y="108839"/>
                  <a:pt x="63857" y="108839"/>
                </a:cubicBezTo>
                <a:cubicBezTo>
                  <a:pt x="39013" y="108839"/>
                  <a:pt x="18874" y="88700"/>
                  <a:pt x="18874" y="63857"/>
                </a:cubicBezTo>
                <a:cubicBezTo>
                  <a:pt x="18898" y="39023"/>
                  <a:pt x="39023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3"/>
                  <a:pt x="63857" y="127713"/>
                </a:cubicBezTo>
                <a:cubicBezTo>
                  <a:pt x="99124" y="127713"/>
                  <a:pt x="127713" y="99124"/>
                  <a:pt x="127713" y="63857"/>
                </a:cubicBezTo>
                <a:cubicBezTo>
                  <a:pt x="127713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accent2"/>
          </a:solidFill>
          <a:ln w="610" cap="flat">
            <a:noFill/>
            <a:prstDash val="solid"/>
            <a:miter/>
          </a:ln>
        </p:spPr>
        <p:txBody>
          <a:bodyPr rtlCol="0" anchor="ctr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12" name="Дата 2">
            <a:extLst>
              <a:ext uri="{FF2B5EF4-FFF2-40B4-BE49-F238E27FC236}">
                <a16:creationId xmlns:a16="http://schemas.microsoft.com/office/drawing/2014/main" id="{411FC072-5A30-4F87-8D5F-B58BC2023A98}"/>
              </a:ext>
            </a:extLst>
          </p:cNvPr>
          <p:cNvSpPr>
            <a:spLocks noGrp="1"/>
          </p:cNvSpPr>
          <p:nvPr>
            <p:ph type="dt" sz="half" idx="12"/>
          </p:nvPr>
        </p:nvSpPr>
        <p:spPr>
          <a:xfrm>
            <a:off x="5785751" y="6356350"/>
            <a:ext cx="2743200" cy="365125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/>
              <a:t>20xx</a:t>
            </a:r>
            <a:endParaRPr lang="ru-RU" dirty="0"/>
          </a:p>
        </p:txBody>
      </p:sp>
      <p:sp>
        <p:nvSpPr>
          <p:cNvPr id="13" name="Нижний колонтитул 3">
            <a:extLst>
              <a:ext uri="{FF2B5EF4-FFF2-40B4-BE49-F238E27FC236}">
                <a16:creationId xmlns:a16="http://schemas.microsoft.com/office/drawing/2014/main" id="{A406C42C-BE3A-4833-B0B7-357CE8FB62CA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 rot="16200000">
            <a:off x="9812116" y="1591485"/>
            <a:ext cx="3548094" cy="365125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/>
              <a:t>Образец текста нижнего колонтитула</a:t>
            </a:r>
          </a:p>
        </p:txBody>
      </p:sp>
      <p:sp>
        <p:nvSpPr>
          <p:cNvPr id="19" name="Номер слайда 4">
            <a:extLst>
              <a:ext uri="{FF2B5EF4-FFF2-40B4-BE49-F238E27FC236}">
                <a16:creationId xmlns:a16="http://schemas.microsoft.com/office/drawing/2014/main" id="{4E6E8B18-45E0-4925-8E5D-41F418C91ED8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fld id="{294A09A9-5501-47C1-A89A-A340965A2BE2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793333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азрыв раздела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189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Рисунок 13">
            <a:extLst>
              <a:ext uri="{FF2B5EF4-FFF2-40B4-BE49-F238E27FC236}">
                <a16:creationId xmlns:a16="http://schemas.microsoft.com/office/drawing/2014/main" id="{2F236E68-2CF8-44ED-939D-0302808CE81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88370" cy="6858000"/>
          </a:xfrm>
          <a:custGeom>
            <a:avLst/>
            <a:gdLst>
              <a:gd name="connsiteX0" fmla="*/ 0 w 12188370"/>
              <a:gd name="connsiteY0" fmla="*/ 0 h 6858000"/>
              <a:gd name="connsiteX1" fmla="*/ 12188370 w 12188370"/>
              <a:gd name="connsiteY1" fmla="*/ 0 h 6858000"/>
              <a:gd name="connsiteX2" fmla="*/ 12188370 w 12188370"/>
              <a:gd name="connsiteY2" fmla="*/ 6858000 h 6858000"/>
              <a:gd name="connsiteX3" fmla="*/ 0 w 12188370"/>
              <a:gd name="connsiteY3" fmla="*/ 6858000 h 6858000"/>
              <a:gd name="connsiteX4" fmla="*/ 0 w 12188370"/>
              <a:gd name="connsiteY4" fmla="*/ 843875 h 6858000"/>
              <a:gd name="connsiteX5" fmla="*/ 8473201 w 12188370"/>
              <a:gd name="connsiteY5" fmla="*/ 843875 h 6858000"/>
              <a:gd name="connsiteX6" fmla="*/ 8473201 w 12188370"/>
              <a:gd name="connsiteY6" fmla="*/ 816443 h 6858000"/>
              <a:gd name="connsiteX7" fmla="*/ 0 w 12188370"/>
              <a:gd name="connsiteY7" fmla="*/ 81644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88370" h="6858000">
                <a:moveTo>
                  <a:pt x="0" y="0"/>
                </a:moveTo>
                <a:lnTo>
                  <a:pt x="12188370" y="0"/>
                </a:lnTo>
                <a:lnTo>
                  <a:pt x="12188370" y="6858000"/>
                </a:lnTo>
                <a:lnTo>
                  <a:pt x="0" y="6858000"/>
                </a:lnTo>
                <a:lnTo>
                  <a:pt x="0" y="843875"/>
                </a:lnTo>
                <a:lnTo>
                  <a:pt x="8473201" y="843875"/>
                </a:lnTo>
                <a:lnTo>
                  <a:pt x="8473201" y="816443"/>
                </a:lnTo>
                <a:lnTo>
                  <a:pt x="0" y="816443"/>
                </a:lnTo>
                <a:close/>
              </a:path>
            </a:pathLst>
          </a:custGeom>
        </p:spPr>
        <p:txBody>
          <a:bodyPr wrap="square" rtlCol="0">
            <a:noAutofit/>
          </a:bodyPr>
          <a:lstStyle>
            <a:defPPr>
              <a:defRPr lang="ru-RU"/>
            </a:defPPr>
          </a:lstStyle>
          <a:p>
            <a:pPr rtl="0"/>
            <a:r>
              <a:rPr lang="ru-RU"/>
              <a:t>Вставка рисунка</a:t>
            </a:r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2F3A8F-B976-406D-827A-8714EFF8034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56275" y="2276439"/>
            <a:ext cx="9679448" cy="2868439"/>
          </a:xfrm>
        </p:spPr>
        <p:txBody>
          <a:bodyPr rtlCol="0" anchor="b">
            <a:noAutofit/>
          </a:bodyPr>
          <a:lstStyle>
            <a:lvl1pPr algn="l">
              <a:defRPr lang="ru-RU" sz="7200" b="1" kern="1200" cap="all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ru-RU"/>
              <a:t>ЩЕЛКНИТЕ, ЧТОБЫ ИЗМЕНИТЬ СТИЛЬ ОБРАЗЦА ЗАГОЛОВКА</a:t>
            </a:r>
          </a:p>
        </p:txBody>
      </p:sp>
      <p:sp>
        <p:nvSpPr>
          <p:cNvPr id="13" name="Текст 3">
            <a:extLst>
              <a:ext uri="{FF2B5EF4-FFF2-40B4-BE49-F238E27FC236}">
                <a16:creationId xmlns:a16="http://schemas.microsoft.com/office/drawing/2014/main" id="{91D9E9B9-E0A7-4C75-946E-BBAEBCC2CA6A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1256275" y="5098254"/>
            <a:ext cx="9679449" cy="750259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ru-RU" sz="200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ru-RU" sz="200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Образец текста</a:t>
            </a:r>
          </a:p>
        </p:txBody>
      </p: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03C6873F-B921-4626-97A7-FD8E9398E4E7}"/>
              </a:ext>
            </a:extLst>
          </p:cNvPr>
          <p:cNvCxnSpPr>
            <a:cxnSpLocks/>
          </p:cNvCxnSpPr>
          <p:nvPr userDrawn="1"/>
        </p:nvCxnSpPr>
        <p:spPr>
          <a:xfrm flipH="1">
            <a:off x="-10886" y="821523"/>
            <a:ext cx="8473201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Графический объект 13">
            <a:extLst>
              <a:ext uri="{FF2B5EF4-FFF2-40B4-BE49-F238E27FC236}">
                <a16:creationId xmlns:a16="http://schemas.microsoft.com/office/drawing/2014/main" id="{275D0799-1240-4A8C-98BF-96679D262568}"/>
              </a:ext>
            </a:extLst>
          </p:cNvPr>
          <p:cNvSpPr/>
          <p:nvPr userDrawn="1"/>
        </p:nvSpPr>
        <p:spPr>
          <a:xfrm>
            <a:off x="544954" y="2865643"/>
            <a:ext cx="146329" cy="157937"/>
          </a:xfrm>
          <a:custGeom>
            <a:avLst/>
            <a:gdLst>
              <a:gd name="connsiteX0" fmla="*/ 129601 w 139038"/>
              <a:gd name="connsiteY0" fmla="*/ 60082 h 139038"/>
              <a:gd name="connsiteX1" fmla="*/ 78956 w 139038"/>
              <a:gd name="connsiteY1" fmla="*/ 60082 h 139038"/>
              <a:gd name="connsiteX2" fmla="*/ 78956 w 139038"/>
              <a:gd name="connsiteY2" fmla="*/ 9437 h 139038"/>
              <a:gd name="connsiteX3" fmla="*/ 69519 w 139038"/>
              <a:gd name="connsiteY3" fmla="*/ 0 h 139038"/>
              <a:gd name="connsiteX4" fmla="*/ 60082 w 139038"/>
              <a:gd name="connsiteY4" fmla="*/ 9437 h 139038"/>
              <a:gd name="connsiteX5" fmla="*/ 60082 w 139038"/>
              <a:gd name="connsiteY5" fmla="*/ 60082 h 139038"/>
              <a:gd name="connsiteX6" fmla="*/ 9437 w 139038"/>
              <a:gd name="connsiteY6" fmla="*/ 60082 h 139038"/>
              <a:gd name="connsiteX7" fmla="*/ 0 w 139038"/>
              <a:gd name="connsiteY7" fmla="*/ 69519 h 139038"/>
              <a:gd name="connsiteX8" fmla="*/ 9437 w 139038"/>
              <a:gd name="connsiteY8" fmla="*/ 78956 h 139038"/>
              <a:gd name="connsiteX9" fmla="*/ 60082 w 139038"/>
              <a:gd name="connsiteY9" fmla="*/ 78956 h 139038"/>
              <a:gd name="connsiteX10" fmla="*/ 60082 w 139038"/>
              <a:gd name="connsiteY10" fmla="*/ 129601 h 139038"/>
              <a:gd name="connsiteX11" fmla="*/ 69519 w 139038"/>
              <a:gd name="connsiteY11" fmla="*/ 139038 h 139038"/>
              <a:gd name="connsiteX12" fmla="*/ 78956 w 139038"/>
              <a:gd name="connsiteY12" fmla="*/ 129601 h 139038"/>
              <a:gd name="connsiteX13" fmla="*/ 78956 w 139038"/>
              <a:gd name="connsiteY13" fmla="*/ 78956 h 139038"/>
              <a:gd name="connsiteX14" fmla="*/ 129601 w 139038"/>
              <a:gd name="connsiteY14" fmla="*/ 78956 h 139038"/>
              <a:gd name="connsiteX15" fmla="*/ 139038 w 139038"/>
              <a:gd name="connsiteY15" fmla="*/ 69519 h 139038"/>
              <a:gd name="connsiteX16" fmla="*/ 129601 w 139038"/>
              <a:gd name="connsiteY16" fmla="*/ 60082 h 1390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8" h="139038">
                <a:moveTo>
                  <a:pt x="129601" y="60082"/>
                </a:moveTo>
                <a:lnTo>
                  <a:pt x="78956" y="60082"/>
                </a:lnTo>
                <a:lnTo>
                  <a:pt x="78956" y="9437"/>
                </a:lnTo>
                <a:cubicBezTo>
                  <a:pt x="78956" y="4225"/>
                  <a:pt x="74731" y="0"/>
                  <a:pt x="69519" y="0"/>
                </a:cubicBezTo>
                <a:cubicBezTo>
                  <a:pt x="64307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7"/>
                  <a:pt x="0" y="69519"/>
                </a:cubicBezTo>
                <a:cubicBezTo>
                  <a:pt x="0" y="74731"/>
                  <a:pt x="4225" y="78956"/>
                  <a:pt x="9437" y="78956"/>
                </a:cubicBezTo>
                <a:lnTo>
                  <a:pt x="60082" y="78956"/>
                </a:lnTo>
                <a:lnTo>
                  <a:pt x="60082" y="129601"/>
                </a:lnTo>
                <a:cubicBezTo>
                  <a:pt x="60082" y="134813"/>
                  <a:pt x="64307" y="139038"/>
                  <a:pt x="69519" y="139038"/>
                </a:cubicBezTo>
                <a:cubicBezTo>
                  <a:pt x="74731" y="139038"/>
                  <a:pt x="78956" y="134813"/>
                  <a:pt x="78956" y="129601"/>
                </a:cubicBezTo>
                <a:lnTo>
                  <a:pt x="78956" y="78956"/>
                </a:lnTo>
                <a:lnTo>
                  <a:pt x="129601" y="78956"/>
                </a:lnTo>
                <a:cubicBezTo>
                  <a:pt x="134813" y="78956"/>
                  <a:pt x="139038" y="74731"/>
                  <a:pt x="139038" y="69519"/>
                </a:cubicBezTo>
                <a:cubicBezTo>
                  <a:pt x="139038" y="64307"/>
                  <a:pt x="134813" y="60082"/>
                  <a:pt x="129601" y="60082"/>
                </a:cubicBezTo>
                <a:close/>
              </a:path>
            </a:pathLst>
          </a:custGeom>
          <a:solidFill>
            <a:schemeClr val="bg1"/>
          </a:solidFill>
          <a:ln w="603" cap="flat">
            <a:noFill/>
            <a:prstDash val="solid"/>
            <a:miter/>
          </a:ln>
        </p:spPr>
        <p:txBody>
          <a:bodyPr rtlCol="0" anchor="ctr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9" name="Графический объект 12">
            <a:extLst>
              <a:ext uri="{FF2B5EF4-FFF2-40B4-BE49-F238E27FC236}">
                <a16:creationId xmlns:a16="http://schemas.microsoft.com/office/drawing/2014/main" id="{3F7A1898-37E9-4DF7-9E1E-A5D41681C6D9}"/>
              </a:ext>
            </a:extLst>
          </p:cNvPr>
          <p:cNvSpPr/>
          <p:nvPr userDrawn="1"/>
        </p:nvSpPr>
        <p:spPr>
          <a:xfrm>
            <a:off x="903734" y="3094942"/>
            <a:ext cx="100584" cy="100584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bg1"/>
          </a:solidFill>
          <a:ln w="422" cap="flat">
            <a:noFill/>
            <a:prstDash val="solid"/>
            <a:miter/>
          </a:ln>
        </p:spPr>
        <p:txBody>
          <a:bodyPr rtlCol="0" anchor="ctr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19" name="Графический объект 15">
            <a:extLst>
              <a:ext uri="{FF2B5EF4-FFF2-40B4-BE49-F238E27FC236}">
                <a16:creationId xmlns:a16="http://schemas.microsoft.com/office/drawing/2014/main" id="{DA49FC99-340D-4901-98CD-6C4D1941C969}"/>
              </a:ext>
            </a:extLst>
          </p:cNvPr>
          <p:cNvSpPr/>
          <p:nvPr userDrawn="1"/>
        </p:nvSpPr>
        <p:spPr>
          <a:xfrm>
            <a:off x="532920" y="3619230"/>
            <a:ext cx="128016" cy="128016"/>
          </a:xfrm>
          <a:custGeom>
            <a:avLst/>
            <a:gdLst>
              <a:gd name="connsiteX0" fmla="*/ 63857 w 127713"/>
              <a:gd name="connsiteY0" fmla="*/ 18874 h 127713"/>
              <a:gd name="connsiteX1" fmla="*/ 108839 w 127713"/>
              <a:gd name="connsiteY1" fmla="*/ 63857 h 127713"/>
              <a:gd name="connsiteX2" fmla="*/ 63857 w 127713"/>
              <a:gd name="connsiteY2" fmla="*/ 108839 h 127713"/>
              <a:gd name="connsiteX3" fmla="*/ 18874 w 127713"/>
              <a:gd name="connsiteY3" fmla="*/ 63857 h 127713"/>
              <a:gd name="connsiteX4" fmla="*/ 63857 w 127713"/>
              <a:gd name="connsiteY4" fmla="*/ 18874 h 127713"/>
              <a:gd name="connsiteX5" fmla="*/ 63857 w 127713"/>
              <a:gd name="connsiteY5" fmla="*/ 0 h 127713"/>
              <a:gd name="connsiteX6" fmla="*/ 0 w 127713"/>
              <a:gd name="connsiteY6" fmla="*/ 63857 h 127713"/>
              <a:gd name="connsiteX7" fmla="*/ 63857 w 127713"/>
              <a:gd name="connsiteY7" fmla="*/ 127713 h 127713"/>
              <a:gd name="connsiteX8" fmla="*/ 127713 w 127713"/>
              <a:gd name="connsiteY8" fmla="*/ 63857 h 127713"/>
              <a:gd name="connsiteX9" fmla="*/ 63857 w 127713"/>
              <a:gd name="connsiteY9" fmla="*/ 0 h 127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3" h="127713">
                <a:moveTo>
                  <a:pt x="63857" y="18874"/>
                </a:moveTo>
                <a:cubicBezTo>
                  <a:pt x="88700" y="18874"/>
                  <a:pt x="108839" y="39013"/>
                  <a:pt x="108839" y="63857"/>
                </a:cubicBezTo>
                <a:cubicBezTo>
                  <a:pt x="108839" y="88700"/>
                  <a:pt x="88700" y="108839"/>
                  <a:pt x="63857" y="108839"/>
                </a:cubicBezTo>
                <a:cubicBezTo>
                  <a:pt x="39013" y="108839"/>
                  <a:pt x="18874" y="88700"/>
                  <a:pt x="18874" y="63857"/>
                </a:cubicBezTo>
                <a:cubicBezTo>
                  <a:pt x="18898" y="39023"/>
                  <a:pt x="39023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3"/>
                  <a:pt x="63857" y="127713"/>
                </a:cubicBezTo>
                <a:cubicBezTo>
                  <a:pt x="99124" y="127713"/>
                  <a:pt x="127713" y="99124"/>
                  <a:pt x="127713" y="63857"/>
                </a:cubicBezTo>
                <a:cubicBezTo>
                  <a:pt x="127713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bg1"/>
          </a:solidFill>
          <a:ln w="610" cap="flat">
            <a:noFill/>
            <a:prstDash val="solid"/>
            <a:miter/>
          </a:ln>
        </p:spPr>
        <p:txBody>
          <a:bodyPr rtlCol="0" anchor="ctr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686777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Диаграмма, таблиц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696CF8C-1EA0-4E47-AC60-CAC3B80A3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>
            <a:lvl1pPr>
              <a:defRPr lang="ru-RU" sz="5400"/>
            </a:lvl1pPr>
          </a:lstStyle>
          <a:p>
            <a:pPr rtl="0"/>
            <a:r>
              <a:rPr lang="ru-RU"/>
              <a:t>Образец заголовка</a:t>
            </a:r>
          </a:p>
        </p:txBody>
      </p: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5C05CAAB-DBA2-4548-AD5F-01BB97FBB2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Объект 2">
            <a:extLst>
              <a:ext uri="{FF2B5EF4-FFF2-40B4-BE49-F238E27FC236}">
                <a16:creationId xmlns:a16="http://schemas.microsoft.com/office/drawing/2014/main" id="{628CABF8-19D8-4F3C-994F-4D35EC7A2C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097BB2D-4E2C-4490-A2A3-4B68BCC5D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lang="ru-RU"/>
            </a:lvl1pPr>
          </a:lstStyle>
          <a:p>
            <a:pPr rtl="0"/>
            <a:r>
              <a:rPr lang="ru-RU"/>
              <a:t>20xx</a:t>
            </a:r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140F15D-DD72-46D5-BF0F-F506471070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/>
              <a:t>Образец текста нижнего колонтитула</a:t>
            </a:r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266FD4D-815A-431C-ADEF-DE6F236F6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27CE633F-9882-4A5C-83A2-1109D0C73261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67489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Временная шка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696CF8C-1EA0-4E47-AC60-CAC3B80A3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>
            <a:lvl1pPr>
              <a:defRPr lang="ru-RU" sz="5400"/>
            </a:lvl1pPr>
          </a:lstStyle>
          <a:p>
            <a:pPr rtl="0"/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28CABF8-19D8-4F3C-994F-4D35EC7A2C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4395" y="1825625"/>
            <a:ext cx="10069401" cy="4351338"/>
          </a:xfrm>
        </p:spPr>
        <p:txBody>
          <a:bodyPr rtlCol="0"/>
          <a:lstStyle>
            <a:defPPr>
              <a:defRPr lang="ru-RU"/>
            </a:defPPr>
          </a:lstStyle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097BB2D-4E2C-4490-A2A3-4B68BCC5D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lang="ru-RU"/>
            </a:lvl1pPr>
          </a:lstStyle>
          <a:p>
            <a:pPr rtl="0"/>
            <a:r>
              <a:rPr lang="ru-RU"/>
              <a:t>20xx</a:t>
            </a:r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140F15D-DD72-46D5-BF0F-F506471070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/>
              <a:t>Образец текста нижнего колонтитула</a:t>
            </a:r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266FD4D-815A-431C-ADEF-DE6F236F6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27CE633F-9882-4A5C-83A2-1109D0C73261}" type="slidenum">
              <a:rPr lang="ru-RU" smtClean="0"/>
              <a:t>‹#›</a:t>
            </a:fld>
            <a:endParaRPr lang="ru-RU" dirty="0"/>
          </a:p>
        </p:txBody>
      </p: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5C05CAAB-DBA2-4548-AD5F-01BB97FBB2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62543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Цита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D67D4E1F-D8DD-4ED2-8901-A47E930891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6946745-2521-4BB4-80EC-24CD13FF3A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92583" y="252743"/>
            <a:ext cx="4434721" cy="4820000"/>
          </a:xfrm>
        </p:spPr>
        <p:txBody>
          <a:bodyPr rtlCol="0" anchor="b">
            <a:normAutofit/>
          </a:bodyPr>
          <a:lstStyle>
            <a:lvl1pPr>
              <a:defRPr lang="ru-RU" sz="54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ru-RU"/>
              <a:t>Образец заголовка</a:t>
            </a:r>
          </a:p>
        </p:txBody>
      </p:sp>
      <p:sp>
        <p:nvSpPr>
          <p:cNvPr id="21" name="Рисунок 20">
            <a:extLst>
              <a:ext uri="{FF2B5EF4-FFF2-40B4-BE49-F238E27FC236}">
                <a16:creationId xmlns:a16="http://schemas.microsoft.com/office/drawing/2014/main" id="{6A9682C5-2804-43F9-B365-D5F853CEB37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73301" y="299507"/>
            <a:ext cx="5221620" cy="6258985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/>
              <a:t>Вставка рисунка</a:t>
            </a:r>
            <a:endParaRPr lang="ru-RU" dirty="0"/>
          </a:p>
        </p:txBody>
      </p:sp>
      <p:sp>
        <p:nvSpPr>
          <p:cNvPr id="20" name="Дата 3">
            <a:extLst>
              <a:ext uri="{FF2B5EF4-FFF2-40B4-BE49-F238E27FC236}">
                <a16:creationId xmlns:a16="http://schemas.microsoft.com/office/drawing/2014/main" id="{E19B6EE4-4480-4732-A518-32AAC2EC081A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lang="ru-RU"/>
            </a:lvl1pPr>
          </a:lstStyle>
          <a:p>
            <a:pPr rtl="0"/>
            <a:r>
              <a:rPr lang="ru-RU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20xx</a:t>
            </a:r>
            <a:endParaRPr lang="ru-RU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4" name="Объект 2">
            <a:extLst>
              <a:ext uri="{FF2B5EF4-FFF2-40B4-BE49-F238E27FC236}">
                <a16:creationId xmlns:a16="http://schemas.microsoft.com/office/drawing/2014/main" id="{1F83215D-2938-4915-9C53-FDF71E3F0E1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392583" y="5377543"/>
            <a:ext cx="4434721" cy="978806"/>
          </a:xfrm>
        </p:spPr>
        <p:txBody>
          <a:bodyPr rtlCol="0" anchor="t">
            <a:normAutofit/>
          </a:bodyPr>
          <a:lstStyle>
            <a:lvl1pPr marL="0" indent="0">
              <a:buNone/>
              <a:defRPr lang="ru-RU" sz="1800"/>
            </a:lvl1pPr>
          </a:lstStyle>
          <a:p>
            <a:pPr rtl="0"/>
            <a:r>
              <a:rPr lang="ru-RU" sz="1800">
                <a:cs typeface="Calibri"/>
              </a:rPr>
              <a:t>Щелкните, чтобы изменить стиль основного текста</a:t>
            </a:r>
          </a:p>
        </p:txBody>
      </p:sp>
      <p:sp>
        <p:nvSpPr>
          <p:cNvPr id="11" name="Нижний колонтитул 3">
            <a:extLst>
              <a:ext uri="{FF2B5EF4-FFF2-40B4-BE49-F238E27FC236}">
                <a16:creationId xmlns:a16="http://schemas.microsoft.com/office/drawing/2014/main" id="{EF28DA37-6556-4F96-9D80-0B084FB282B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 rot="16200000">
            <a:off x="9812116" y="1591485"/>
            <a:ext cx="3548094" cy="365125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/>
              <a:t>Образец текста нижнего колонтитула</a:t>
            </a:r>
          </a:p>
        </p:txBody>
      </p:sp>
      <p:sp>
        <p:nvSpPr>
          <p:cNvPr id="12" name="Номер слайда 4">
            <a:extLst>
              <a:ext uri="{FF2B5EF4-FFF2-40B4-BE49-F238E27FC236}">
                <a16:creationId xmlns:a16="http://schemas.microsoft.com/office/drawing/2014/main" id="{6928D1E0-21A1-4EC2-B776-3F8703D3A0E9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fld id="{294A09A9-5501-47C1-A89A-A340965A2BE2}" type="slidenum">
              <a:rPr lang="ru-RU" smtClean="0"/>
              <a:pPr/>
              <a:t>‹#›</a:t>
            </a:fld>
            <a:endParaRPr lang="ru-RU" dirty="0"/>
          </a:p>
        </p:txBody>
      </p:sp>
      <p:cxnSp>
        <p:nvCxnSpPr>
          <p:cNvPr id="3" name="Прямая соединительная линия 17">
            <a:extLst>
              <a:ext uri="{FF2B5EF4-FFF2-40B4-BE49-F238E27FC236}">
                <a16:creationId xmlns:a16="http://schemas.microsoft.com/office/drawing/2014/main" id="{C59BF69F-307F-03BC-3A62-BD13D55551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586162" y="4411581"/>
            <a:ext cx="0" cy="2437541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661092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манда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189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A71B15A-5639-4D83-9CDE-B6FC231C54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8724" y="346498"/>
            <a:ext cx="8117654" cy="1325563"/>
          </a:xfrm>
        </p:spPr>
        <p:txBody>
          <a:bodyPr rtlCol="0">
            <a:normAutofit/>
          </a:bodyPr>
          <a:lstStyle>
            <a:lvl1pPr>
              <a:defRPr lang="ru-RU" sz="5400" b="1" cap="none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ru-RU"/>
              <a:t>Образец заголовка</a:t>
            </a:r>
          </a:p>
        </p:txBody>
      </p:sp>
      <p:sp>
        <p:nvSpPr>
          <p:cNvPr id="17" name="Рисунок 16">
            <a:extLst>
              <a:ext uri="{FF2B5EF4-FFF2-40B4-BE49-F238E27FC236}">
                <a16:creationId xmlns:a16="http://schemas.microsoft.com/office/drawing/2014/main" id="{AAB6B174-300F-4F50-A575-00A13C16358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9438" y="2006600"/>
            <a:ext cx="2286000" cy="2608263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/>
              <a:t>Вставка рисунка</a:t>
            </a:r>
            <a:endParaRPr lang="ru-RU" dirty="0"/>
          </a:p>
        </p:txBody>
      </p:sp>
      <p:sp>
        <p:nvSpPr>
          <p:cNvPr id="18" name="Рисунок 16">
            <a:extLst>
              <a:ext uri="{FF2B5EF4-FFF2-40B4-BE49-F238E27FC236}">
                <a16:creationId xmlns:a16="http://schemas.microsoft.com/office/drawing/2014/main" id="{74E96A81-148E-486F-BEFA-3D3FDB0B412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494908" y="2006380"/>
            <a:ext cx="2286000" cy="2608263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/>
              <a:t>Вставка рисунка</a:t>
            </a:r>
            <a:endParaRPr lang="ru-RU" dirty="0"/>
          </a:p>
        </p:txBody>
      </p:sp>
      <p:sp>
        <p:nvSpPr>
          <p:cNvPr id="19" name="Рисунок 16">
            <a:extLst>
              <a:ext uri="{FF2B5EF4-FFF2-40B4-BE49-F238E27FC236}">
                <a16:creationId xmlns:a16="http://schemas.microsoft.com/office/drawing/2014/main" id="{17F02522-1BD4-4AC9-BBCB-05010ECC0A8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410378" y="2015722"/>
            <a:ext cx="2286000" cy="2608263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/>
              <a:t>Вставка рисунка</a:t>
            </a:r>
            <a:endParaRPr lang="ru-RU" dirty="0"/>
          </a:p>
        </p:txBody>
      </p:sp>
      <p:sp>
        <p:nvSpPr>
          <p:cNvPr id="20" name="Рисунок 16">
            <a:extLst>
              <a:ext uri="{FF2B5EF4-FFF2-40B4-BE49-F238E27FC236}">
                <a16:creationId xmlns:a16="http://schemas.microsoft.com/office/drawing/2014/main" id="{E961DC1B-263A-48A8-89E6-541AC356E52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327276" y="2006379"/>
            <a:ext cx="2286000" cy="2608263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/>
              <a:t>Вставка рисунка</a:t>
            </a:r>
            <a:endParaRPr lang="ru-RU" dirty="0"/>
          </a:p>
        </p:txBody>
      </p:sp>
      <p:sp>
        <p:nvSpPr>
          <p:cNvPr id="21" name="Текст 27">
            <a:extLst>
              <a:ext uri="{FF2B5EF4-FFF2-40B4-BE49-F238E27FC236}">
                <a16:creationId xmlns:a16="http://schemas.microsoft.com/office/drawing/2014/main" id="{2C4443B1-A455-4AF9-BE87-A07EA91F850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78724" y="5017734"/>
            <a:ext cx="2286000" cy="350292"/>
          </a:xfrm>
        </p:spPr>
        <p:txBody>
          <a:bodyPr rtlCol="0">
            <a:noAutofit/>
          </a:bodyPr>
          <a:lstStyle>
            <a:lvl1pPr marL="36900" indent="0" algn="ctr">
              <a:buNone/>
              <a:defRPr lang="ru-RU" sz="1600" b="1" i="0" kern="1200" cap="all" spc="400" baseline="0" dirty="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  <a:lvl2pPr marL="0" indent="0">
              <a:buNone/>
              <a:defRPr lang="ru-RU"/>
            </a:lvl2pPr>
          </a:lstStyle>
          <a:p>
            <a:pPr lvl="0" rtl="0"/>
            <a:r>
              <a:rPr lang="ru-RU" dirty="0"/>
              <a:t>ЩЕЛКНИТЕ, ЧТОБЫ ИЗМЕНИТЬ</a:t>
            </a:r>
          </a:p>
        </p:txBody>
      </p:sp>
      <p:sp>
        <p:nvSpPr>
          <p:cNvPr id="22" name="Текст 27">
            <a:extLst>
              <a:ext uri="{FF2B5EF4-FFF2-40B4-BE49-F238E27FC236}">
                <a16:creationId xmlns:a16="http://schemas.microsoft.com/office/drawing/2014/main" id="{EEC7D0BC-E2A5-4FBE-A334-D9FF80B0DD3E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78724" y="5352052"/>
            <a:ext cx="2286000" cy="350292"/>
          </a:xfrm>
        </p:spPr>
        <p:txBody>
          <a:bodyPr rtlCol="0">
            <a:noAutofit/>
          </a:bodyPr>
          <a:lstStyle>
            <a:lvl1pPr marL="36900" indent="0" algn="ctr">
              <a:buNone/>
              <a:defRPr lang="ru-RU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indent="0">
              <a:buNone/>
              <a:defRPr lang="ru-RU"/>
            </a:lvl2pPr>
          </a:lstStyle>
          <a:p>
            <a:pPr lvl="0" rtl="0"/>
            <a:r>
              <a:rPr lang="ru-RU"/>
              <a:t>Образец текста</a:t>
            </a:r>
          </a:p>
        </p:txBody>
      </p:sp>
      <p:sp>
        <p:nvSpPr>
          <p:cNvPr id="23" name="Текст 27">
            <a:extLst>
              <a:ext uri="{FF2B5EF4-FFF2-40B4-BE49-F238E27FC236}">
                <a16:creationId xmlns:a16="http://schemas.microsoft.com/office/drawing/2014/main" id="{0CC80C9C-897F-4C36-8150-427548D8FFC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494908" y="5017734"/>
            <a:ext cx="2286000" cy="350292"/>
          </a:xfrm>
        </p:spPr>
        <p:txBody>
          <a:bodyPr rtlCol="0">
            <a:noAutofit/>
          </a:bodyPr>
          <a:lstStyle>
            <a:lvl1pPr marL="36900" indent="0" algn="ctr">
              <a:buNone/>
              <a:defRPr lang="ru-RU" sz="1600" b="1" i="0" kern="1200" cap="all" spc="400" baseline="0" dirty="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  <a:lvl2pPr marL="0" indent="0">
              <a:buNone/>
              <a:defRPr lang="ru-RU"/>
            </a:lvl2pPr>
          </a:lstStyle>
          <a:p>
            <a:pPr marL="3690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ru-RU"/>
              <a:t>ЩЕЛКНИТЕ, ЧТОБЫ ИЗМЕНИТЬ</a:t>
            </a:r>
          </a:p>
        </p:txBody>
      </p:sp>
      <p:sp>
        <p:nvSpPr>
          <p:cNvPr id="24" name="Текст 27">
            <a:extLst>
              <a:ext uri="{FF2B5EF4-FFF2-40B4-BE49-F238E27FC236}">
                <a16:creationId xmlns:a16="http://schemas.microsoft.com/office/drawing/2014/main" id="{A621D1DC-4C76-4E2F-A56F-7D7C193776A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494908" y="5352052"/>
            <a:ext cx="2286000" cy="350292"/>
          </a:xfrm>
        </p:spPr>
        <p:txBody>
          <a:bodyPr rtlCol="0">
            <a:noAutofit/>
          </a:bodyPr>
          <a:lstStyle>
            <a:lvl1pPr marL="36900" indent="0" algn="ctr">
              <a:buNone/>
              <a:defRPr lang="ru-RU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indent="0">
              <a:buNone/>
              <a:defRPr lang="ru-RU"/>
            </a:lvl2pPr>
          </a:lstStyle>
          <a:p>
            <a:pPr lvl="0" rtl="0"/>
            <a:r>
              <a:rPr lang="ru-RU"/>
              <a:t>Образец текста</a:t>
            </a:r>
          </a:p>
        </p:txBody>
      </p:sp>
      <p:sp>
        <p:nvSpPr>
          <p:cNvPr id="25" name="Текст 27">
            <a:extLst>
              <a:ext uri="{FF2B5EF4-FFF2-40B4-BE49-F238E27FC236}">
                <a16:creationId xmlns:a16="http://schemas.microsoft.com/office/drawing/2014/main" id="{2DF3BDDA-6F5B-42F5-B623-12E87B19908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410378" y="5017734"/>
            <a:ext cx="2286000" cy="350292"/>
          </a:xfrm>
        </p:spPr>
        <p:txBody>
          <a:bodyPr rtlCol="0">
            <a:noAutofit/>
          </a:bodyPr>
          <a:lstStyle>
            <a:lvl1pPr marL="36900" indent="0" algn="ctr">
              <a:buNone/>
              <a:defRPr lang="ru-RU" sz="1600" b="1" i="0" kern="1200" cap="all" spc="400" baseline="0" dirty="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  <a:lvl2pPr marL="0" indent="0">
              <a:buNone/>
              <a:defRPr lang="ru-RU"/>
            </a:lvl2pPr>
          </a:lstStyle>
          <a:p>
            <a:pPr marL="3690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ru-RU"/>
              <a:t>ЩЕЛКНИТЕ, ЧТОБЫ ИЗМЕНИТЬ</a:t>
            </a:r>
          </a:p>
        </p:txBody>
      </p:sp>
      <p:sp>
        <p:nvSpPr>
          <p:cNvPr id="26" name="Текст 27">
            <a:extLst>
              <a:ext uri="{FF2B5EF4-FFF2-40B4-BE49-F238E27FC236}">
                <a16:creationId xmlns:a16="http://schemas.microsoft.com/office/drawing/2014/main" id="{332AD10F-DEDB-4199-BAF1-536999434B0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410378" y="5352052"/>
            <a:ext cx="2286000" cy="350292"/>
          </a:xfrm>
        </p:spPr>
        <p:txBody>
          <a:bodyPr rtlCol="0">
            <a:noAutofit/>
          </a:bodyPr>
          <a:lstStyle>
            <a:lvl1pPr marL="36900" indent="0" algn="ctr">
              <a:buNone/>
              <a:defRPr lang="ru-RU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indent="0">
              <a:buNone/>
              <a:defRPr lang="ru-RU"/>
            </a:lvl2pPr>
          </a:lstStyle>
          <a:p>
            <a:pPr lvl="0" rtl="0"/>
            <a:r>
              <a:rPr lang="ru-RU"/>
              <a:t>Образец текста</a:t>
            </a:r>
          </a:p>
        </p:txBody>
      </p:sp>
      <p:sp>
        <p:nvSpPr>
          <p:cNvPr id="27" name="Текст 27">
            <a:extLst>
              <a:ext uri="{FF2B5EF4-FFF2-40B4-BE49-F238E27FC236}">
                <a16:creationId xmlns:a16="http://schemas.microsoft.com/office/drawing/2014/main" id="{28F12227-FF8F-4C6B-910E-91A315DC220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325847" y="5017734"/>
            <a:ext cx="2285999" cy="350292"/>
          </a:xfrm>
        </p:spPr>
        <p:txBody>
          <a:bodyPr rtlCol="0">
            <a:noAutofit/>
          </a:bodyPr>
          <a:lstStyle>
            <a:lvl1pPr marL="36900" indent="0" algn="ctr">
              <a:buNone/>
              <a:defRPr lang="ru-RU" sz="1600" b="1" i="0" kern="1200" cap="all" spc="400" baseline="0" dirty="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  <a:lvl2pPr marL="0" indent="0">
              <a:buNone/>
              <a:defRPr lang="ru-RU"/>
            </a:lvl2pPr>
          </a:lstStyle>
          <a:p>
            <a:pPr marL="3690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ru-RU"/>
              <a:t>ЩЕЛКНИТЕ, ЧТОБЫ ИЗМЕНИТЬ</a:t>
            </a:r>
          </a:p>
        </p:txBody>
      </p:sp>
      <p:sp>
        <p:nvSpPr>
          <p:cNvPr id="28" name="Текст 27">
            <a:extLst>
              <a:ext uri="{FF2B5EF4-FFF2-40B4-BE49-F238E27FC236}">
                <a16:creationId xmlns:a16="http://schemas.microsoft.com/office/drawing/2014/main" id="{D8C71F03-1105-4059-948E-EE58B5878A75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325847" y="5352052"/>
            <a:ext cx="2285999" cy="350292"/>
          </a:xfrm>
        </p:spPr>
        <p:txBody>
          <a:bodyPr rtlCol="0">
            <a:noAutofit/>
          </a:bodyPr>
          <a:lstStyle>
            <a:lvl1pPr marL="36900" indent="0" algn="ctr">
              <a:buNone/>
              <a:defRPr lang="ru-RU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indent="0">
              <a:buNone/>
              <a:defRPr lang="ru-RU"/>
            </a:lvl2pPr>
          </a:lstStyle>
          <a:p>
            <a:pPr lvl="0" rtl="0"/>
            <a:r>
              <a:rPr lang="ru-RU"/>
              <a:t>Образец текста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37ED29C9-824B-4147-81C3-28968F4647D1}"/>
              </a:ext>
            </a:extLst>
          </p:cNvPr>
          <p:cNvSpPr>
            <a:spLocks noGrp="1"/>
          </p:cNvSpPr>
          <p:nvPr>
            <p:ph type="dt" sz="half" idx="25"/>
          </p:nvPr>
        </p:nvSpPr>
        <p:spPr>
          <a:xfrm>
            <a:off x="661988" y="6133917"/>
            <a:ext cx="2743200" cy="365125"/>
          </a:xfrm>
        </p:spPr>
        <p:txBody>
          <a:bodyPr rtlCol="0"/>
          <a:lstStyle>
            <a:lvl1pPr>
              <a:defRPr lang="ru-RU">
                <a:solidFill>
                  <a:schemeClr val="bg1"/>
                </a:solidFill>
              </a:defRPr>
            </a:lvl1pPr>
          </a:lstStyle>
          <a:p>
            <a:pPr rtl="0"/>
            <a:r>
              <a:rPr lang="ru-RU"/>
              <a:t>20xx</a:t>
            </a:r>
            <a:endParaRPr lang="ru-RU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70238C45-011A-48F8-A346-A07B1E830B47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>
          <a:xfrm>
            <a:off x="8505757" y="845343"/>
            <a:ext cx="3633923" cy="365125"/>
          </a:xfrm>
        </p:spPr>
        <p:txBody>
          <a:bodyPr rtlCol="0"/>
          <a:lstStyle>
            <a:lvl1pPr>
              <a:defRPr lang="ru-RU">
                <a:solidFill>
                  <a:schemeClr val="bg1"/>
                </a:solidFill>
              </a:defRPr>
            </a:lvl1pPr>
          </a:lstStyle>
          <a:p>
            <a:pPr rtl="0"/>
            <a:r>
              <a:rPr lang="ru-RU"/>
              <a:t>Образец текста нижнего колонтитула</a:t>
            </a:r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213C46EB-807F-48CF-988B-E006AEC9992C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>
          <a:xfrm>
            <a:off x="8610600" y="6160417"/>
            <a:ext cx="2743200" cy="365125"/>
          </a:xfrm>
        </p:spPr>
        <p:txBody>
          <a:bodyPr rtlCol="0"/>
          <a:lstStyle>
            <a:lvl1pPr>
              <a:defRPr lang="ru-RU">
                <a:solidFill>
                  <a:schemeClr val="bg1"/>
                </a:solidFill>
              </a:defRPr>
            </a:lvl1pPr>
          </a:lstStyle>
          <a:p>
            <a:pPr rtl="0"/>
            <a:fld id="{294A09A9-5501-47C1-A89A-A340965A2BE2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177038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одержимое с 2 столбцами (слайд для сравнения)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F057AE-3B3B-4261-B912-BF9EB9A58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2A2D237-A706-4712-90CA-B04517CBBE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rtlCol="0" anchor="b"/>
          <a:lstStyle>
            <a:lvl1pPr marL="0" indent="0">
              <a:buNone/>
              <a:defRPr lang="ru-RU" sz="2400" b="1"/>
            </a:lvl1pPr>
            <a:lvl2pPr marL="457200" indent="0">
              <a:buNone/>
              <a:defRPr lang="ru-RU" sz="2000" b="1"/>
            </a:lvl2pPr>
            <a:lvl3pPr marL="914400" indent="0">
              <a:buNone/>
              <a:defRPr lang="ru-RU" sz="1800" b="1"/>
            </a:lvl3pPr>
            <a:lvl4pPr marL="1371600" indent="0">
              <a:buNone/>
              <a:defRPr lang="ru-RU" sz="1600" b="1"/>
            </a:lvl4pPr>
            <a:lvl5pPr marL="1828800" indent="0">
              <a:buNone/>
              <a:defRPr lang="ru-RU" sz="1600" b="1"/>
            </a:lvl5pPr>
            <a:lvl6pPr marL="2286000" indent="0">
              <a:buNone/>
              <a:defRPr lang="ru-RU" sz="1600" b="1"/>
            </a:lvl6pPr>
            <a:lvl7pPr marL="2743200" indent="0">
              <a:buNone/>
              <a:defRPr lang="ru-RU" sz="1600" b="1"/>
            </a:lvl7pPr>
            <a:lvl8pPr marL="3200400" indent="0">
              <a:buNone/>
              <a:defRPr lang="ru-RU" sz="1600" b="1"/>
            </a:lvl8pPr>
            <a:lvl9pPr marL="3657600" indent="0">
              <a:buNone/>
              <a:defRPr lang="ru-RU" sz="1600" b="1"/>
            </a:lvl9pPr>
          </a:lstStyle>
          <a:p>
            <a:pPr lvl="0" rt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DE39CA1-2B6D-427E-9688-9093D5865C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 rtlCol="0"/>
          <a:lstStyle>
            <a:lvl1pPr>
              <a:lnSpc>
                <a:spcPts val="2500"/>
              </a:lnSpc>
              <a:defRPr lang="ru-RU" sz="2000"/>
            </a:lvl1pPr>
            <a:lvl2pPr>
              <a:lnSpc>
                <a:spcPts val="2500"/>
              </a:lnSpc>
              <a:defRPr lang="ru-RU" sz="2000"/>
            </a:lvl2pPr>
            <a:lvl3pPr>
              <a:lnSpc>
                <a:spcPts val="2500"/>
              </a:lnSpc>
              <a:defRPr lang="ru-RU" sz="2000"/>
            </a:lvl3pPr>
            <a:lvl4pPr>
              <a:lnSpc>
                <a:spcPts val="2500"/>
              </a:lnSpc>
              <a:defRPr lang="ru-RU" sz="2000"/>
            </a:lvl4pPr>
            <a:lvl5pPr>
              <a:lnSpc>
                <a:spcPts val="2500"/>
              </a:lnSpc>
              <a:defRPr lang="ru-RU" sz="2000"/>
            </a:lvl5pPr>
          </a:lstStyle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F3D53357-616B-47F4-944B-F979FE9663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rtlCol="0" anchor="b"/>
          <a:lstStyle>
            <a:lvl1pPr marL="0" indent="0">
              <a:buNone/>
              <a:defRPr lang="ru-RU" sz="2400" b="1"/>
            </a:lvl1pPr>
            <a:lvl2pPr marL="457200" indent="0">
              <a:buNone/>
              <a:defRPr lang="ru-RU" sz="2000" b="1"/>
            </a:lvl2pPr>
            <a:lvl3pPr marL="914400" indent="0">
              <a:buNone/>
              <a:defRPr lang="ru-RU" sz="1800" b="1"/>
            </a:lvl3pPr>
            <a:lvl4pPr marL="1371600" indent="0">
              <a:buNone/>
              <a:defRPr lang="ru-RU" sz="1600" b="1"/>
            </a:lvl4pPr>
            <a:lvl5pPr marL="1828800" indent="0">
              <a:buNone/>
              <a:defRPr lang="ru-RU" sz="1600" b="1"/>
            </a:lvl5pPr>
            <a:lvl6pPr marL="2286000" indent="0">
              <a:buNone/>
              <a:defRPr lang="ru-RU" sz="1600" b="1"/>
            </a:lvl6pPr>
            <a:lvl7pPr marL="2743200" indent="0">
              <a:buNone/>
              <a:defRPr lang="ru-RU" sz="1600" b="1"/>
            </a:lvl7pPr>
            <a:lvl8pPr marL="3200400" indent="0">
              <a:buNone/>
              <a:defRPr lang="ru-RU" sz="1600" b="1"/>
            </a:lvl8pPr>
            <a:lvl9pPr marL="3657600" indent="0">
              <a:buNone/>
              <a:defRPr lang="ru-RU" sz="1600" b="1"/>
            </a:lvl9pPr>
          </a:lstStyle>
          <a:p>
            <a:pPr lvl="0" rt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BD7EA593-3036-4FB5-94B4-D9431DF048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 rtlCol="0">
            <a:normAutofit/>
          </a:bodyPr>
          <a:lstStyle>
            <a:lvl1pPr>
              <a:lnSpc>
                <a:spcPts val="2500"/>
              </a:lnSpc>
              <a:defRPr lang="ru-RU" sz="2000"/>
            </a:lvl1pPr>
            <a:lvl2pPr>
              <a:lnSpc>
                <a:spcPts val="2500"/>
              </a:lnSpc>
              <a:defRPr lang="ru-RU" sz="2000"/>
            </a:lvl2pPr>
            <a:lvl3pPr>
              <a:lnSpc>
                <a:spcPts val="2500"/>
              </a:lnSpc>
              <a:defRPr lang="ru-RU" sz="2000"/>
            </a:lvl3pPr>
            <a:lvl4pPr>
              <a:lnSpc>
                <a:spcPts val="2500"/>
              </a:lnSpc>
              <a:defRPr lang="ru-RU" sz="2000"/>
            </a:lvl4pPr>
            <a:lvl5pPr>
              <a:lnSpc>
                <a:spcPts val="2500"/>
              </a:lnSpc>
              <a:defRPr lang="ru-RU" sz="2000"/>
            </a:lvl5pPr>
          </a:lstStyle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E86B3EF2-2C04-480F-A570-14E520DD00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lang="ru-RU"/>
            </a:lvl1pPr>
          </a:lstStyle>
          <a:p>
            <a:pPr rtl="0"/>
            <a:r>
              <a:rPr lang="ru-RU"/>
              <a:t>20xx</a:t>
            </a:r>
            <a:endParaRPr lang="ru-RU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1CF5783E-3073-4F4D-8B9C-C5B18DDA5A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/>
              <a:t>Образец текста нижнего колонтитула</a:t>
            </a:r>
            <a:endParaRPr lang="ru-RU" dirty="0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F1A75FE3-6719-4790-AA00-251BC2A6E5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294A09A9-5501-47C1-A89A-A340965A2BE2}" type="slidenum">
              <a:rPr lang="ru-RU" smtClean="0"/>
              <a:t>‹#›</a:t>
            </a:fld>
            <a:endParaRPr lang="ru-RU" dirty="0"/>
          </a:p>
        </p:txBody>
      </p:sp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160F34ED-DA60-4CC2-B735-B0EC5D9FEA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Графический объект 15">
            <a:extLst>
              <a:ext uri="{FF2B5EF4-FFF2-40B4-BE49-F238E27FC236}">
                <a16:creationId xmlns:a16="http://schemas.microsoft.com/office/drawing/2014/main" id="{AF89E921-750A-4005-BEC2-04B9514B2D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08317" y="492206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2"/>
          </a:solidFill>
          <a:ln w="603" cap="flat">
            <a:noFill/>
            <a:prstDash val="solid"/>
            <a:miter/>
          </a:ln>
        </p:spPr>
        <p:txBody>
          <a:bodyPr rtlCol="0" anchor="ctr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12" name="Графический объект 16">
            <a:extLst>
              <a:ext uri="{FF2B5EF4-FFF2-40B4-BE49-F238E27FC236}">
                <a16:creationId xmlns:a16="http://schemas.microsoft.com/office/drawing/2014/main" id="{3B378915-E570-47AE-8F85-FB8ED4A6CC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477944" y="1055581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accent2"/>
          </a:solidFill>
          <a:ln w="610" cap="flat">
            <a:noFill/>
            <a:prstDash val="solid"/>
            <a:miter/>
          </a:ln>
        </p:spPr>
        <p:txBody>
          <a:bodyPr rtlCol="0" anchor="ctr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13" name="Графический объект 14">
            <a:extLst>
              <a:ext uri="{FF2B5EF4-FFF2-40B4-BE49-F238E27FC236}">
                <a16:creationId xmlns:a16="http://schemas.microsoft.com/office/drawing/2014/main" id="{3AF1E926-D68F-4DC8-9F6D-C2C1576F92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41555" y="446637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2"/>
          </a:solidFill>
          <a:ln w="422" cap="flat">
            <a:noFill/>
            <a:prstDash val="solid"/>
            <a:miter/>
          </a:ln>
        </p:spPr>
        <p:txBody>
          <a:bodyPr rtlCol="0" anchor="ctr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016671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одержимое с 3 столбц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F057AE-3B3B-4261-B912-BF9EB9A58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 rtlCol="0">
            <a:noAutofit/>
          </a:bodyPr>
          <a:lstStyle>
            <a:defPPr>
              <a:defRPr lang="ru-RU"/>
            </a:defPPr>
          </a:lstStyle>
          <a:p>
            <a:pPr rtl="0"/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2A2D237-A706-4712-90CA-B04517CBBE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3282206" cy="823912"/>
          </a:xfrm>
        </p:spPr>
        <p:txBody>
          <a:bodyPr rtlCol="0" anchor="b"/>
          <a:lstStyle>
            <a:lvl1pPr marL="0" indent="0">
              <a:buNone/>
              <a:defRPr lang="ru-RU" sz="2400" b="1"/>
            </a:lvl1pPr>
            <a:lvl2pPr marL="457200" indent="0">
              <a:buNone/>
              <a:defRPr lang="ru-RU" sz="2000" b="1"/>
            </a:lvl2pPr>
            <a:lvl3pPr marL="914400" indent="0">
              <a:buNone/>
              <a:defRPr lang="ru-RU" sz="1800" b="1"/>
            </a:lvl3pPr>
            <a:lvl4pPr marL="1371600" indent="0">
              <a:buNone/>
              <a:defRPr lang="ru-RU" sz="1600" b="1"/>
            </a:lvl4pPr>
            <a:lvl5pPr marL="1828800" indent="0">
              <a:buNone/>
              <a:defRPr lang="ru-RU" sz="1600" b="1"/>
            </a:lvl5pPr>
            <a:lvl6pPr marL="2286000" indent="0">
              <a:buNone/>
              <a:defRPr lang="ru-RU" sz="1600" b="1"/>
            </a:lvl6pPr>
            <a:lvl7pPr marL="2743200" indent="0">
              <a:buNone/>
              <a:defRPr lang="ru-RU" sz="1600" b="1"/>
            </a:lvl7pPr>
            <a:lvl8pPr marL="3200400" indent="0">
              <a:buNone/>
              <a:defRPr lang="ru-RU" sz="1600" b="1"/>
            </a:lvl8pPr>
            <a:lvl9pPr marL="3657600" indent="0">
              <a:buNone/>
              <a:defRPr lang="ru-RU" sz="1600" b="1"/>
            </a:lvl9pPr>
          </a:lstStyle>
          <a:p>
            <a:pPr lvl="0" rt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DE39CA1-2B6D-427E-9688-9093D5865C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3282206" cy="3684588"/>
          </a:xfrm>
        </p:spPr>
        <p:txBody>
          <a:bodyPr rtlCol="0">
            <a:noAutofit/>
          </a:bodyPr>
          <a:lstStyle>
            <a:lvl1pPr>
              <a:lnSpc>
                <a:spcPts val="2500"/>
              </a:lnSpc>
              <a:defRPr lang="ru-RU" sz="2000"/>
            </a:lvl1pPr>
            <a:lvl2pPr>
              <a:lnSpc>
                <a:spcPts val="2500"/>
              </a:lnSpc>
              <a:defRPr lang="ru-RU" sz="2000"/>
            </a:lvl2pPr>
            <a:lvl3pPr>
              <a:lnSpc>
                <a:spcPts val="2500"/>
              </a:lnSpc>
              <a:defRPr lang="ru-RU" sz="2000"/>
            </a:lvl3pPr>
            <a:lvl4pPr>
              <a:lnSpc>
                <a:spcPts val="2500"/>
              </a:lnSpc>
              <a:defRPr lang="ru-RU" sz="2000"/>
            </a:lvl4pPr>
            <a:lvl5pPr>
              <a:lnSpc>
                <a:spcPts val="2500"/>
              </a:lnSpc>
              <a:defRPr lang="ru-RU" sz="2000"/>
            </a:lvl5pPr>
          </a:lstStyle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F3D53357-616B-47F4-944B-F979FE9663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446815" y="1681163"/>
            <a:ext cx="3298370" cy="823912"/>
          </a:xfrm>
        </p:spPr>
        <p:txBody>
          <a:bodyPr rtlCol="0" anchor="b"/>
          <a:lstStyle>
            <a:lvl1pPr marL="0" indent="0">
              <a:buNone/>
              <a:defRPr lang="ru-RU" sz="2400" b="1"/>
            </a:lvl1pPr>
            <a:lvl2pPr marL="457200" indent="0">
              <a:buNone/>
              <a:defRPr lang="ru-RU" sz="2000" b="1"/>
            </a:lvl2pPr>
            <a:lvl3pPr marL="914400" indent="0">
              <a:buNone/>
              <a:defRPr lang="ru-RU" sz="1800" b="1"/>
            </a:lvl3pPr>
            <a:lvl4pPr marL="1371600" indent="0">
              <a:buNone/>
              <a:defRPr lang="ru-RU" sz="1600" b="1"/>
            </a:lvl4pPr>
            <a:lvl5pPr marL="1828800" indent="0">
              <a:buNone/>
              <a:defRPr lang="ru-RU" sz="1600" b="1"/>
            </a:lvl5pPr>
            <a:lvl6pPr marL="2286000" indent="0">
              <a:buNone/>
              <a:defRPr lang="ru-RU" sz="1600" b="1"/>
            </a:lvl6pPr>
            <a:lvl7pPr marL="2743200" indent="0">
              <a:buNone/>
              <a:defRPr lang="ru-RU" sz="1600" b="1"/>
            </a:lvl7pPr>
            <a:lvl8pPr marL="3200400" indent="0">
              <a:buNone/>
              <a:defRPr lang="ru-RU" sz="1600" b="1"/>
            </a:lvl8pPr>
            <a:lvl9pPr marL="3657600" indent="0">
              <a:buNone/>
              <a:defRPr lang="ru-RU" sz="1600" b="1"/>
            </a:lvl9pPr>
          </a:lstStyle>
          <a:p>
            <a:pPr lvl="0" rt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BD7EA593-3036-4FB5-94B4-D9431DF048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46815" y="2505075"/>
            <a:ext cx="3298370" cy="3684588"/>
          </a:xfrm>
        </p:spPr>
        <p:txBody>
          <a:bodyPr rtlCol="0">
            <a:noAutofit/>
          </a:bodyPr>
          <a:lstStyle>
            <a:lvl1pPr>
              <a:lnSpc>
                <a:spcPts val="2500"/>
              </a:lnSpc>
              <a:defRPr lang="ru-RU" sz="2000"/>
            </a:lvl1pPr>
            <a:lvl2pPr>
              <a:lnSpc>
                <a:spcPts val="2500"/>
              </a:lnSpc>
              <a:defRPr lang="ru-RU" sz="2000"/>
            </a:lvl2pPr>
            <a:lvl3pPr>
              <a:lnSpc>
                <a:spcPts val="2500"/>
              </a:lnSpc>
              <a:defRPr lang="ru-RU" sz="2000"/>
            </a:lvl3pPr>
            <a:lvl4pPr>
              <a:lnSpc>
                <a:spcPts val="2500"/>
              </a:lnSpc>
              <a:defRPr lang="ru-RU" sz="2000"/>
            </a:lvl4pPr>
            <a:lvl5pPr>
              <a:lnSpc>
                <a:spcPts val="2500"/>
              </a:lnSpc>
              <a:defRPr lang="ru-RU" sz="2000"/>
            </a:lvl5pPr>
          </a:lstStyle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E86B3EF2-2C04-480F-A570-14E520DD00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lang="ru-RU"/>
            </a:lvl1pPr>
          </a:lstStyle>
          <a:p>
            <a:pPr rtl="0"/>
            <a:r>
              <a:rPr lang="ru-RU"/>
              <a:t>20xx</a:t>
            </a:r>
            <a:endParaRPr lang="ru-RU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1CF5783E-3073-4F4D-8B9C-C5B18DDA5A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/>
              <a:t>Образец текста нижнего колонтитула</a:t>
            </a:r>
            <a:endParaRPr lang="ru-RU" dirty="0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F1A75FE3-6719-4790-AA00-251BC2A6E5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294A09A9-5501-47C1-A89A-A340965A2BE2}" type="slidenum">
              <a:rPr lang="ru-RU" smtClean="0"/>
              <a:t>‹#›</a:t>
            </a:fld>
            <a:endParaRPr lang="ru-RU" dirty="0"/>
          </a:p>
        </p:txBody>
      </p:sp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160F34ED-DA60-4CC2-B735-B0EC5D9FEA35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Текст 4">
            <a:extLst>
              <a:ext uri="{FF2B5EF4-FFF2-40B4-BE49-F238E27FC236}">
                <a16:creationId xmlns:a16="http://schemas.microsoft.com/office/drawing/2014/main" id="{EF0B73B7-7EF9-4436-8B85-AC6CB551C0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053841" y="1681163"/>
            <a:ext cx="3298370" cy="823912"/>
          </a:xfrm>
        </p:spPr>
        <p:txBody>
          <a:bodyPr rtlCol="0" anchor="b"/>
          <a:lstStyle>
            <a:lvl1pPr marL="0" indent="0">
              <a:buNone/>
              <a:defRPr lang="ru-RU" sz="2400" b="1"/>
            </a:lvl1pPr>
            <a:lvl2pPr marL="457200" indent="0">
              <a:buNone/>
              <a:defRPr lang="ru-RU" sz="2000" b="1"/>
            </a:lvl2pPr>
            <a:lvl3pPr marL="914400" indent="0">
              <a:buNone/>
              <a:defRPr lang="ru-RU" sz="1800" b="1"/>
            </a:lvl3pPr>
            <a:lvl4pPr marL="1371600" indent="0">
              <a:buNone/>
              <a:defRPr lang="ru-RU" sz="1600" b="1"/>
            </a:lvl4pPr>
            <a:lvl5pPr marL="1828800" indent="0">
              <a:buNone/>
              <a:defRPr lang="ru-RU" sz="1600" b="1"/>
            </a:lvl5pPr>
            <a:lvl6pPr marL="2286000" indent="0">
              <a:buNone/>
              <a:defRPr lang="ru-RU" sz="1600" b="1"/>
            </a:lvl6pPr>
            <a:lvl7pPr marL="2743200" indent="0">
              <a:buNone/>
              <a:defRPr lang="ru-RU" sz="1600" b="1"/>
            </a:lvl7pPr>
            <a:lvl8pPr marL="3200400" indent="0">
              <a:buNone/>
              <a:defRPr lang="ru-RU" sz="1600" b="1"/>
            </a:lvl8pPr>
            <a:lvl9pPr marL="3657600" indent="0">
              <a:buNone/>
              <a:defRPr lang="ru-RU" sz="1600" b="1"/>
            </a:lvl9pPr>
          </a:lstStyle>
          <a:p>
            <a:pPr lvl="0" rtl="0"/>
            <a:r>
              <a:rPr lang="ru-RU"/>
              <a:t>Образец текста</a:t>
            </a:r>
          </a:p>
        </p:txBody>
      </p:sp>
      <p:sp>
        <p:nvSpPr>
          <p:cNvPr id="12" name="Объект 5">
            <a:extLst>
              <a:ext uri="{FF2B5EF4-FFF2-40B4-BE49-F238E27FC236}">
                <a16:creationId xmlns:a16="http://schemas.microsoft.com/office/drawing/2014/main" id="{012A1950-E837-4678-94B1-FA24467145A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053841" y="2505075"/>
            <a:ext cx="3298370" cy="3684588"/>
          </a:xfrm>
        </p:spPr>
        <p:txBody>
          <a:bodyPr rtlCol="0">
            <a:noAutofit/>
          </a:bodyPr>
          <a:lstStyle>
            <a:lvl1pPr>
              <a:lnSpc>
                <a:spcPts val="2500"/>
              </a:lnSpc>
              <a:defRPr lang="ru-RU" sz="2000"/>
            </a:lvl1pPr>
            <a:lvl2pPr>
              <a:lnSpc>
                <a:spcPts val="2500"/>
              </a:lnSpc>
              <a:defRPr lang="ru-RU" sz="2000"/>
            </a:lvl2pPr>
            <a:lvl3pPr>
              <a:lnSpc>
                <a:spcPts val="2500"/>
              </a:lnSpc>
              <a:defRPr lang="ru-RU" sz="2000"/>
            </a:lvl3pPr>
            <a:lvl4pPr>
              <a:lnSpc>
                <a:spcPts val="2500"/>
              </a:lnSpc>
              <a:defRPr lang="ru-RU" sz="2000"/>
            </a:lvl4pPr>
            <a:lvl5pPr>
              <a:lnSpc>
                <a:spcPts val="2500"/>
              </a:lnSpc>
              <a:defRPr lang="ru-RU" sz="2000"/>
            </a:lvl5pPr>
          </a:lstStyle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13" name="Графический объект 15">
            <a:extLst>
              <a:ext uri="{FF2B5EF4-FFF2-40B4-BE49-F238E27FC236}">
                <a16:creationId xmlns:a16="http://schemas.microsoft.com/office/drawing/2014/main" id="{C425DB15-1B5A-4780-98B4-C0921A42F5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08317" y="492206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2"/>
          </a:solidFill>
          <a:ln w="603" cap="flat">
            <a:noFill/>
            <a:prstDash val="solid"/>
            <a:miter/>
          </a:ln>
        </p:spPr>
        <p:txBody>
          <a:bodyPr rtlCol="0" anchor="ctr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14" name="Графический объект 16">
            <a:extLst>
              <a:ext uri="{FF2B5EF4-FFF2-40B4-BE49-F238E27FC236}">
                <a16:creationId xmlns:a16="http://schemas.microsoft.com/office/drawing/2014/main" id="{996A2980-FE4D-41BC-9B3F-DEC465C64C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477944" y="1055581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accent2"/>
          </a:solidFill>
          <a:ln w="610" cap="flat">
            <a:noFill/>
            <a:prstDash val="solid"/>
            <a:miter/>
          </a:ln>
        </p:spPr>
        <p:txBody>
          <a:bodyPr rtlCol="0" anchor="ctr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15" name="Графический объект 14">
            <a:extLst>
              <a:ext uri="{FF2B5EF4-FFF2-40B4-BE49-F238E27FC236}">
                <a16:creationId xmlns:a16="http://schemas.microsoft.com/office/drawing/2014/main" id="{2BBEE260-2DCA-4E68-9719-2D94DA7933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41555" y="446637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2"/>
          </a:solidFill>
          <a:ln w="422" cap="flat">
            <a:noFill/>
            <a:prstDash val="solid"/>
            <a:miter/>
          </a:ln>
        </p:spPr>
        <p:txBody>
          <a:bodyPr rtlCol="0" anchor="ctr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968663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вод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Прямая соединительная линия 16">
            <a:extLst>
              <a:ext uri="{FF2B5EF4-FFF2-40B4-BE49-F238E27FC236}">
                <a16:creationId xmlns:a16="http://schemas.microsoft.com/office/drawing/2014/main" id="{8E95D367-78A2-47F5-B8D8-808AF3A34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806470"/>
            <a:ext cx="7046259" cy="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08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Графический объект 11">
            <a:extLst>
              <a:ext uri="{FF2B5EF4-FFF2-40B4-BE49-F238E27FC236}">
                <a16:creationId xmlns:a16="http://schemas.microsoft.com/office/drawing/2014/main" id="{6109EF88-13AD-41C1-97AF-8C27729818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969280" y="1780012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2"/>
          </a:solidFill>
          <a:ln w="603" cap="flat">
            <a:noFill/>
            <a:prstDash val="solid"/>
            <a:miter/>
          </a:ln>
        </p:spPr>
        <p:txBody>
          <a:bodyPr rtlCol="0" anchor="ctr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19" name="Графический объект 10">
            <a:extLst>
              <a:ext uri="{FF2B5EF4-FFF2-40B4-BE49-F238E27FC236}">
                <a16:creationId xmlns:a16="http://schemas.microsoft.com/office/drawing/2014/main" id="{45E9990E-4826-4D59-9C78-9A4A6CA115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81590" y="2070656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2"/>
          </a:solidFill>
          <a:ln w="422" cap="flat">
            <a:noFill/>
            <a:prstDash val="solid"/>
            <a:miter/>
          </a:ln>
        </p:spPr>
        <p:txBody>
          <a:bodyPr rtlCol="0" anchor="ctr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F2C717-2A7A-4268-8EAA-2647EC6672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89031"/>
            <a:ext cx="4984628" cy="1491339"/>
          </a:xfrm>
        </p:spPr>
        <p:txBody>
          <a:bodyPr rtlCol="0" anchor="b">
            <a:normAutofit/>
          </a:bodyPr>
          <a:lstStyle>
            <a:lvl1pPr>
              <a:defRPr lang="ru-RU" sz="5400"/>
            </a:lvl1pPr>
          </a:lstStyle>
          <a:p>
            <a:pPr rtl="0"/>
            <a:r>
              <a:rPr lang="ru-RU"/>
              <a:t>Образец заголовка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FAFC668B-6914-4B3A-B7DF-20E1580B17B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38200" y="2814530"/>
            <a:ext cx="4984628" cy="3359258"/>
          </a:xfrm>
        </p:spPr>
        <p:txBody>
          <a:bodyPr rtlCol="0">
            <a:normAutofit/>
          </a:bodyPr>
          <a:lstStyle>
            <a:lvl1pPr marL="0" indent="0">
              <a:buNone/>
              <a:defRPr lang="ru-RU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ru-RU"/>
              <a:t>Образец текста</a:t>
            </a:r>
          </a:p>
        </p:txBody>
      </p:sp>
      <p:sp>
        <p:nvSpPr>
          <p:cNvPr id="10" name="Рисунок 9">
            <a:extLst>
              <a:ext uri="{FF2B5EF4-FFF2-40B4-BE49-F238E27FC236}">
                <a16:creationId xmlns:a16="http://schemas.microsoft.com/office/drawing/2014/main" id="{97407AA4-CC80-45E8-B78C-F0CF1756388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464666" y="1678220"/>
            <a:ext cx="4267645" cy="4267645"/>
          </a:xfrm>
          <a:custGeom>
            <a:avLst/>
            <a:gdLst>
              <a:gd name="connsiteX0" fmla="*/ 2133823 w 4267645"/>
              <a:gd name="connsiteY0" fmla="*/ 0 h 4267645"/>
              <a:gd name="connsiteX1" fmla="*/ 4267645 w 4267645"/>
              <a:gd name="connsiteY1" fmla="*/ 2133823 h 4267645"/>
              <a:gd name="connsiteX2" fmla="*/ 2133823 w 4267645"/>
              <a:gd name="connsiteY2" fmla="*/ 4267645 h 4267645"/>
              <a:gd name="connsiteX3" fmla="*/ 0 w 4267645"/>
              <a:gd name="connsiteY3" fmla="*/ 2133823 h 4267645"/>
              <a:gd name="connsiteX4" fmla="*/ 2133823 w 4267645"/>
              <a:gd name="connsiteY4" fmla="*/ 0 h 42676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267645" h="4267645">
                <a:moveTo>
                  <a:pt x="2133823" y="0"/>
                </a:moveTo>
                <a:cubicBezTo>
                  <a:pt x="3312299" y="0"/>
                  <a:pt x="4267645" y="955346"/>
                  <a:pt x="4267645" y="2133823"/>
                </a:cubicBezTo>
                <a:cubicBezTo>
                  <a:pt x="4267645" y="3312300"/>
                  <a:pt x="3312299" y="4267645"/>
                  <a:pt x="2133823" y="4267645"/>
                </a:cubicBezTo>
                <a:cubicBezTo>
                  <a:pt x="955346" y="4267645"/>
                  <a:pt x="0" y="3312300"/>
                  <a:pt x="0" y="2133823"/>
                </a:cubicBezTo>
                <a:cubicBezTo>
                  <a:pt x="0" y="955346"/>
                  <a:pt x="955346" y="0"/>
                  <a:pt x="2133823" y="0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defRPr lang="ru-RU"/>
            </a:lvl1pPr>
          </a:lstStyle>
          <a:p>
            <a:pPr rtl="0"/>
            <a:r>
              <a:rPr lang="ru-RU"/>
              <a:t>Вставка рисунка</a:t>
            </a:r>
            <a:endParaRPr lang="ru-RU" dirty="0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C158C582-BD9C-49F9-8097-36611CFF1643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/>
              <a:t>20xx</a:t>
            </a:r>
            <a:endParaRPr lang="ru-RU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274EACB3-0A23-4032-B5B1-266A253C2C8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7962190" y="623907"/>
            <a:ext cx="4114800" cy="365125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/>
              <a:t>Образец текста нижнего колонтитула</a:t>
            </a:r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21FC0B42-8B5D-47B8-8E1E-5BAA45A8478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294A09A9-5501-47C1-A89A-A340965A2BE2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642611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ключение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4B6CDB3-CB80-4B55-AA7A-C57DCAC8B7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4908" y="894110"/>
            <a:ext cx="5181735" cy="2534890"/>
          </a:xfrm>
        </p:spPr>
        <p:txBody>
          <a:bodyPr rtlCol="0" anchor="b">
            <a:noAutofit/>
          </a:bodyPr>
          <a:lstStyle>
            <a:lvl1pPr>
              <a:defRPr lang="ru-RU" sz="5400" b="1" kern="1200" spc="400" baseline="0" dirty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</a:lstStyle>
          <a:p>
            <a:pPr rtl="0"/>
            <a:r>
              <a:rPr lang="ru-RU"/>
              <a:t>Образец заголовка</a:t>
            </a:r>
          </a:p>
        </p:txBody>
      </p:sp>
      <p:sp>
        <p:nvSpPr>
          <p:cNvPr id="24" name="Графический объект 13">
            <a:extLst>
              <a:ext uri="{FF2B5EF4-FFF2-40B4-BE49-F238E27FC236}">
                <a16:creationId xmlns:a16="http://schemas.microsoft.com/office/drawing/2014/main" id="{EFD46DF2-E81B-4E77-B06D-F09DC58531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69236" y="1606411"/>
            <a:ext cx="139038" cy="139038"/>
          </a:xfrm>
          <a:custGeom>
            <a:avLst/>
            <a:gdLst>
              <a:gd name="connsiteX0" fmla="*/ 129601 w 139038"/>
              <a:gd name="connsiteY0" fmla="*/ 60082 h 139038"/>
              <a:gd name="connsiteX1" fmla="*/ 78956 w 139038"/>
              <a:gd name="connsiteY1" fmla="*/ 60082 h 139038"/>
              <a:gd name="connsiteX2" fmla="*/ 78956 w 139038"/>
              <a:gd name="connsiteY2" fmla="*/ 9437 h 139038"/>
              <a:gd name="connsiteX3" fmla="*/ 69519 w 139038"/>
              <a:gd name="connsiteY3" fmla="*/ 0 h 139038"/>
              <a:gd name="connsiteX4" fmla="*/ 60082 w 139038"/>
              <a:gd name="connsiteY4" fmla="*/ 9437 h 139038"/>
              <a:gd name="connsiteX5" fmla="*/ 60082 w 139038"/>
              <a:gd name="connsiteY5" fmla="*/ 60082 h 139038"/>
              <a:gd name="connsiteX6" fmla="*/ 9437 w 139038"/>
              <a:gd name="connsiteY6" fmla="*/ 60082 h 139038"/>
              <a:gd name="connsiteX7" fmla="*/ 0 w 139038"/>
              <a:gd name="connsiteY7" fmla="*/ 69519 h 139038"/>
              <a:gd name="connsiteX8" fmla="*/ 9437 w 139038"/>
              <a:gd name="connsiteY8" fmla="*/ 78956 h 139038"/>
              <a:gd name="connsiteX9" fmla="*/ 60082 w 139038"/>
              <a:gd name="connsiteY9" fmla="*/ 78956 h 139038"/>
              <a:gd name="connsiteX10" fmla="*/ 60082 w 139038"/>
              <a:gd name="connsiteY10" fmla="*/ 129601 h 139038"/>
              <a:gd name="connsiteX11" fmla="*/ 69519 w 139038"/>
              <a:gd name="connsiteY11" fmla="*/ 139038 h 139038"/>
              <a:gd name="connsiteX12" fmla="*/ 78956 w 139038"/>
              <a:gd name="connsiteY12" fmla="*/ 129601 h 139038"/>
              <a:gd name="connsiteX13" fmla="*/ 78956 w 139038"/>
              <a:gd name="connsiteY13" fmla="*/ 78956 h 139038"/>
              <a:gd name="connsiteX14" fmla="*/ 129601 w 139038"/>
              <a:gd name="connsiteY14" fmla="*/ 78956 h 139038"/>
              <a:gd name="connsiteX15" fmla="*/ 139038 w 139038"/>
              <a:gd name="connsiteY15" fmla="*/ 69519 h 139038"/>
              <a:gd name="connsiteX16" fmla="*/ 129601 w 139038"/>
              <a:gd name="connsiteY16" fmla="*/ 60082 h 1390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8" h="139038">
                <a:moveTo>
                  <a:pt x="129601" y="60082"/>
                </a:moveTo>
                <a:lnTo>
                  <a:pt x="78956" y="60082"/>
                </a:lnTo>
                <a:lnTo>
                  <a:pt x="78956" y="9437"/>
                </a:lnTo>
                <a:cubicBezTo>
                  <a:pt x="78956" y="4225"/>
                  <a:pt x="74731" y="0"/>
                  <a:pt x="69519" y="0"/>
                </a:cubicBezTo>
                <a:cubicBezTo>
                  <a:pt x="64307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7"/>
                  <a:pt x="0" y="69519"/>
                </a:cubicBezTo>
                <a:cubicBezTo>
                  <a:pt x="0" y="74731"/>
                  <a:pt x="4225" y="78956"/>
                  <a:pt x="9437" y="78956"/>
                </a:cubicBezTo>
                <a:lnTo>
                  <a:pt x="60082" y="78956"/>
                </a:lnTo>
                <a:lnTo>
                  <a:pt x="60082" y="129601"/>
                </a:lnTo>
                <a:cubicBezTo>
                  <a:pt x="60082" y="134813"/>
                  <a:pt x="64307" y="139038"/>
                  <a:pt x="69519" y="139038"/>
                </a:cubicBezTo>
                <a:cubicBezTo>
                  <a:pt x="74731" y="139038"/>
                  <a:pt x="78956" y="134813"/>
                  <a:pt x="78956" y="129601"/>
                </a:cubicBezTo>
                <a:lnTo>
                  <a:pt x="78956" y="78956"/>
                </a:lnTo>
                <a:lnTo>
                  <a:pt x="129601" y="78956"/>
                </a:lnTo>
                <a:cubicBezTo>
                  <a:pt x="134813" y="78956"/>
                  <a:pt x="139038" y="74731"/>
                  <a:pt x="139038" y="69519"/>
                </a:cubicBezTo>
                <a:cubicBezTo>
                  <a:pt x="139038" y="64307"/>
                  <a:pt x="134813" y="60082"/>
                  <a:pt x="129601" y="60082"/>
                </a:cubicBezTo>
                <a:close/>
              </a:path>
            </a:pathLst>
          </a:custGeom>
          <a:solidFill>
            <a:schemeClr val="bg1"/>
          </a:solidFill>
          <a:ln w="603" cap="flat">
            <a:noFill/>
            <a:prstDash val="solid"/>
            <a:miter/>
          </a:ln>
        </p:spPr>
        <p:txBody>
          <a:bodyPr rtlCol="0" anchor="ctr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26" name="Графический объект 12">
            <a:extLst>
              <a:ext uri="{FF2B5EF4-FFF2-40B4-BE49-F238E27FC236}">
                <a16:creationId xmlns:a16="http://schemas.microsoft.com/office/drawing/2014/main" id="{D044CC36-2EFF-44B0-90A3-986DACB7E8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28014" y="1835705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bg1"/>
          </a:solidFill>
          <a:ln w="422" cap="flat">
            <a:noFill/>
            <a:prstDash val="solid"/>
            <a:miter/>
          </a:ln>
        </p:spPr>
        <p:txBody>
          <a:bodyPr rtlCol="0" anchor="ctr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28" name="Графический объект 15">
            <a:extLst>
              <a:ext uri="{FF2B5EF4-FFF2-40B4-BE49-F238E27FC236}">
                <a16:creationId xmlns:a16="http://schemas.microsoft.com/office/drawing/2014/main" id="{AAA3D090-A815-4AF9-88CE-94F0B7DD36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53696" y="2060130"/>
            <a:ext cx="127713" cy="127713"/>
          </a:xfrm>
          <a:custGeom>
            <a:avLst/>
            <a:gdLst>
              <a:gd name="connsiteX0" fmla="*/ 63857 w 127713"/>
              <a:gd name="connsiteY0" fmla="*/ 18874 h 127713"/>
              <a:gd name="connsiteX1" fmla="*/ 108839 w 127713"/>
              <a:gd name="connsiteY1" fmla="*/ 63857 h 127713"/>
              <a:gd name="connsiteX2" fmla="*/ 63857 w 127713"/>
              <a:gd name="connsiteY2" fmla="*/ 108839 h 127713"/>
              <a:gd name="connsiteX3" fmla="*/ 18874 w 127713"/>
              <a:gd name="connsiteY3" fmla="*/ 63857 h 127713"/>
              <a:gd name="connsiteX4" fmla="*/ 63857 w 127713"/>
              <a:gd name="connsiteY4" fmla="*/ 18874 h 127713"/>
              <a:gd name="connsiteX5" fmla="*/ 63857 w 127713"/>
              <a:gd name="connsiteY5" fmla="*/ 0 h 127713"/>
              <a:gd name="connsiteX6" fmla="*/ 0 w 127713"/>
              <a:gd name="connsiteY6" fmla="*/ 63857 h 127713"/>
              <a:gd name="connsiteX7" fmla="*/ 63857 w 127713"/>
              <a:gd name="connsiteY7" fmla="*/ 127713 h 127713"/>
              <a:gd name="connsiteX8" fmla="*/ 127713 w 127713"/>
              <a:gd name="connsiteY8" fmla="*/ 63857 h 127713"/>
              <a:gd name="connsiteX9" fmla="*/ 63857 w 127713"/>
              <a:gd name="connsiteY9" fmla="*/ 0 h 127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3" h="127713">
                <a:moveTo>
                  <a:pt x="63857" y="18874"/>
                </a:moveTo>
                <a:cubicBezTo>
                  <a:pt x="88700" y="18874"/>
                  <a:pt x="108839" y="39013"/>
                  <a:pt x="108839" y="63857"/>
                </a:cubicBezTo>
                <a:cubicBezTo>
                  <a:pt x="108839" y="88700"/>
                  <a:pt x="88700" y="108839"/>
                  <a:pt x="63857" y="108839"/>
                </a:cubicBezTo>
                <a:cubicBezTo>
                  <a:pt x="39013" y="108839"/>
                  <a:pt x="18874" y="88700"/>
                  <a:pt x="18874" y="63857"/>
                </a:cubicBezTo>
                <a:cubicBezTo>
                  <a:pt x="18898" y="39023"/>
                  <a:pt x="39023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3"/>
                  <a:pt x="63857" y="127713"/>
                </a:cubicBezTo>
                <a:cubicBezTo>
                  <a:pt x="99124" y="127713"/>
                  <a:pt x="127713" y="99124"/>
                  <a:pt x="127713" y="63857"/>
                </a:cubicBezTo>
                <a:cubicBezTo>
                  <a:pt x="127713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bg1"/>
          </a:solidFill>
          <a:ln w="610" cap="flat">
            <a:noFill/>
            <a:prstDash val="solid"/>
            <a:miter/>
          </a:ln>
        </p:spPr>
        <p:txBody>
          <a:bodyPr rtlCol="0" anchor="ctr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0" name="Текст 39">
            <a:extLst>
              <a:ext uri="{FF2B5EF4-FFF2-40B4-BE49-F238E27FC236}">
                <a16:creationId xmlns:a16="http://schemas.microsoft.com/office/drawing/2014/main" id="{498169C0-3B43-43E5-AC66-3B5B27A4660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604905" y="3728425"/>
            <a:ext cx="5181735" cy="2534890"/>
          </a:xfrm>
        </p:spPr>
        <p:txBody>
          <a:bodyPr rtlCol="0">
            <a:normAutofit/>
          </a:bodyPr>
          <a:lstStyle>
            <a:lvl1pPr marL="0" indent="0">
              <a:buNone/>
              <a:defRPr lang="ru-RU" sz="20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ru-RU"/>
              <a:t>Образец текста</a:t>
            </a:r>
          </a:p>
        </p:txBody>
      </p:sp>
      <p:sp>
        <p:nvSpPr>
          <p:cNvPr id="17" name="Рисунок 16">
            <a:extLst>
              <a:ext uri="{FF2B5EF4-FFF2-40B4-BE49-F238E27FC236}">
                <a16:creationId xmlns:a16="http://schemas.microsoft.com/office/drawing/2014/main" id="{77F553A0-E179-4D32-97DB-0F367996796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130003" y="1856226"/>
            <a:ext cx="2040674" cy="2040674"/>
          </a:xfrm>
          <a:custGeom>
            <a:avLst/>
            <a:gdLst>
              <a:gd name="connsiteX0" fmla="*/ 1020337 w 2040674"/>
              <a:gd name="connsiteY0" fmla="*/ 0 h 2040674"/>
              <a:gd name="connsiteX1" fmla="*/ 2040674 w 2040674"/>
              <a:gd name="connsiteY1" fmla="*/ 1020337 h 2040674"/>
              <a:gd name="connsiteX2" fmla="*/ 1020337 w 2040674"/>
              <a:gd name="connsiteY2" fmla="*/ 2040674 h 2040674"/>
              <a:gd name="connsiteX3" fmla="*/ 0 w 2040674"/>
              <a:gd name="connsiteY3" fmla="*/ 1020337 h 2040674"/>
              <a:gd name="connsiteX4" fmla="*/ 1020337 w 2040674"/>
              <a:gd name="connsiteY4" fmla="*/ 0 h 20406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40674" h="2040674">
                <a:moveTo>
                  <a:pt x="1020337" y="0"/>
                </a:moveTo>
                <a:cubicBezTo>
                  <a:pt x="1583854" y="0"/>
                  <a:pt x="2040674" y="456820"/>
                  <a:pt x="2040674" y="1020337"/>
                </a:cubicBezTo>
                <a:cubicBezTo>
                  <a:pt x="2040674" y="1583854"/>
                  <a:pt x="1583854" y="2040674"/>
                  <a:pt x="1020337" y="2040674"/>
                </a:cubicBezTo>
                <a:cubicBezTo>
                  <a:pt x="456820" y="2040674"/>
                  <a:pt x="0" y="1583854"/>
                  <a:pt x="0" y="1020337"/>
                </a:cubicBezTo>
                <a:cubicBezTo>
                  <a:pt x="0" y="456820"/>
                  <a:pt x="456820" y="0"/>
                  <a:pt x="1020337" y="0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defRPr lang="ru-RU"/>
            </a:lvl1pPr>
          </a:lstStyle>
          <a:p>
            <a:pPr rtl="0"/>
            <a:r>
              <a:rPr lang="ru-RU"/>
              <a:t>Вставка рисунка</a:t>
            </a:r>
            <a:endParaRPr lang="ru-RU" dirty="0"/>
          </a:p>
        </p:txBody>
      </p:sp>
      <p:sp>
        <p:nvSpPr>
          <p:cNvPr id="14" name="Рисунок 13">
            <a:extLst>
              <a:ext uri="{FF2B5EF4-FFF2-40B4-BE49-F238E27FC236}">
                <a16:creationId xmlns:a16="http://schemas.microsoft.com/office/drawing/2014/main" id="{C9BD1CE3-05F6-44F6-B6FB-EB60AB96BE5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325160" y="0"/>
            <a:ext cx="2866840" cy="2925044"/>
          </a:xfrm>
          <a:custGeom>
            <a:avLst/>
            <a:gdLst>
              <a:gd name="connsiteX0" fmla="*/ 1437601 w 2866840"/>
              <a:gd name="connsiteY0" fmla="*/ 0 h 2925044"/>
              <a:gd name="connsiteX1" fmla="*/ 1488735 w 2866840"/>
              <a:gd name="connsiteY1" fmla="*/ 0 h 2925044"/>
              <a:gd name="connsiteX2" fmla="*/ 1612768 w 2866840"/>
              <a:gd name="connsiteY2" fmla="*/ 6263 h 2925044"/>
              <a:gd name="connsiteX3" fmla="*/ 2860554 w 2866840"/>
              <a:gd name="connsiteY3" fmla="*/ 1026775 h 2925044"/>
              <a:gd name="connsiteX4" fmla="*/ 2866840 w 2866840"/>
              <a:gd name="connsiteY4" fmla="*/ 1051223 h 2925044"/>
              <a:gd name="connsiteX5" fmla="*/ 2866840 w 2866840"/>
              <a:gd name="connsiteY5" fmla="*/ 1872530 h 2925044"/>
              <a:gd name="connsiteX6" fmla="*/ 2860554 w 2866840"/>
              <a:gd name="connsiteY6" fmla="*/ 1896978 h 2925044"/>
              <a:gd name="connsiteX7" fmla="*/ 1463168 w 2866840"/>
              <a:gd name="connsiteY7" fmla="*/ 2925044 h 2925044"/>
              <a:gd name="connsiteX8" fmla="*/ 0 w 2866840"/>
              <a:gd name="connsiteY8" fmla="*/ 1461877 h 2925044"/>
              <a:gd name="connsiteX9" fmla="*/ 1313568 w 2866840"/>
              <a:gd name="connsiteY9" fmla="*/ 6263 h 29250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866840" h="2925044">
                <a:moveTo>
                  <a:pt x="1437601" y="0"/>
                </a:moveTo>
                <a:lnTo>
                  <a:pt x="1488735" y="0"/>
                </a:lnTo>
                <a:lnTo>
                  <a:pt x="1612768" y="6263"/>
                </a:lnTo>
                <a:cubicBezTo>
                  <a:pt x="2203017" y="66206"/>
                  <a:pt x="2689551" y="476982"/>
                  <a:pt x="2860554" y="1026775"/>
                </a:cubicBezTo>
                <a:lnTo>
                  <a:pt x="2866840" y="1051223"/>
                </a:lnTo>
                <a:lnTo>
                  <a:pt x="2866840" y="1872530"/>
                </a:lnTo>
                <a:lnTo>
                  <a:pt x="2860554" y="1896978"/>
                </a:lnTo>
                <a:cubicBezTo>
                  <a:pt x="2675300" y="2492588"/>
                  <a:pt x="2119737" y="2925044"/>
                  <a:pt x="1463168" y="2925044"/>
                </a:cubicBezTo>
                <a:cubicBezTo>
                  <a:pt x="655082" y="2925044"/>
                  <a:pt x="0" y="2269962"/>
                  <a:pt x="0" y="1461877"/>
                </a:cubicBezTo>
                <a:cubicBezTo>
                  <a:pt x="0" y="704296"/>
                  <a:pt x="575756" y="81192"/>
                  <a:pt x="1313568" y="6263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defRPr lang="ru-RU"/>
            </a:lvl1pPr>
          </a:lstStyle>
          <a:p>
            <a:pPr rtl="0"/>
            <a:r>
              <a:rPr lang="ru-RU"/>
              <a:t>Вставка рисунка</a:t>
            </a:r>
            <a:endParaRPr lang="ru-RU" dirty="0"/>
          </a:p>
        </p:txBody>
      </p:sp>
      <p:sp>
        <p:nvSpPr>
          <p:cNvPr id="20" name="Рисунок 19">
            <a:extLst>
              <a:ext uri="{FF2B5EF4-FFF2-40B4-BE49-F238E27FC236}">
                <a16:creationId xmlns:a16="http://schemas.microsoft.com/office/drawing/2014/main" id="{86562173-D9DF-4B80-B41C-B2366D8F2CC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465227" y="3267983"/>
            <a:ext cx="3726773" cy="3590017"/>
          </a:xfrm>
          <a:custGeom>
            <a:avLst/>
            <a:gdLst>
              <a:gd name="connsiteX0" fmla="*/ 2272751 w 3726773"/>
              <a:gd name="connsiteY0" fmla="*/ 0 h 3590017"/>
              <a:gd name="connsiteX1" fmla="*/ 3718432 w 3726773"/>
              <a:gd name="connsiteY1" fmla="*/ 518986 h 3590017"/>
              <a:gd name="connsiteX2" fmla="*/ 3726773 w 3726773"/>
              <a:gd name="connsiteY2" fmla="*/ 526567 h 3590017"/>
              <a:gd name="connsiteX3" fmla="*/ 3726773 w 3726773"/>
              <a:gd name="connsiteY3" fmla="*/ 3590017 h 3590017"/>
              <a:gd name="connsiteX4" fmla="*/ 422959 w 3726773"/>
              <a:gd name="connsiteY4" fmla="*/ 3590017 h 3590017"/>
              <a:gd name="connsiteX5" fmla="*/ 388150 w 3726773"/>
              <a:gd name="connsiteY5" fmla="*/ 3543469 h 3590017"/>
              <a:gd name="connsiteX6" fmla="*/ 0 w 3726773"/>
              <a:gd name="connsiteY6" fmla="*/ 2272752 h 3590017"/>
              <a:gd name="connsiteX7" fmla="*/ 2272751 w 3726773"/>
              <a:gd name="connsiteY7" fmla="*/ 0 h 35900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726773" h="3590017">
                <a:moveTo>
                  <a:pt x="2272751" y="0"/>
                </a:moveTo>
                <a:cubicBezTo>
                  <a:pt x="2821903" y="0"/>
                  <a:pt x="3325566" y="194765"/>
                  <a:pt x="3718432" y="518986"/>
                </a:cubicBezTo>
                <a:lnTo>
                  <a:pt x="3726773" y="526567"/>
                </a:lnTo>
                <a:lnTo>
                  <a:pt x="3726773" y="3590017"/>
                </a:lnTo>
                <a:lnTo>
                  <a:pt x="422959" y="3590017"/>
                </a:lnTo>
                <a:lnTo>
                  <a:pt x="388150" y="3543469"/>
                </a:lnTo>
                <a:cubicBezTo>
                  <a:pt x="143093" y="3180735"/>
                  <a:pt x="0" y="2743454"/>
                  <a:pt x="0" y="2272752"/>
                </a:cubicBezTo>
                <a:cubicBezTo>
                  <a:pt x="0" y="1017546"/>
                  <a:pt x="1017546" y="0"/>
                  <a:pt x="2272751" y="0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defRPr lang="ru-RU"/>
            </a:lvl1pPr>
          </a:lstStyle>
          <a:p>
            <a:pPr rtl="0"/>
            <a:r>
              <a:rPr lang="ru-RU"/>
              <a:t>Вставка рисунка</a:t>
            </a:r>
            <a:endParaRPr lang="ru-RU" dirty="0"/>
          </a:p>
        </p:txBody>
      </p:sp>
      <p:sp>
        <p:nvSpPr>
          <p:cNvPr id="15" name="Номер слайда 8">
            <a:extLst>
              <a:ext uri="{FF2B5EF4-FFF2-40B4-BE49-F238E27FC236}">
                <a16:creationId xmlns:a16="http://schemas.microsoft.com/office/drawing/2014/main" id="{2CFE18B2-C456-4DF2-9D4C-6A9017A62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lang="ru-RU">
                <a:solidFill>
                  <a:schemeClr val="bg1"/>
                </a:solidFill>
              </a:defRPr>
            </a:lvl1pPr>
          </a:lstStyle>
          <a:p>
            <a:pPr rtl="0"/>
            <a:fld id="{294A09A9-5501-47C1-A89A-A340965A2BE2}" type="slidenum">
              <a:rPr lang="ru-RU" smtClean="0"/>
              <a:pPr/>
              <a:t>‹#›</a:t>
            </a:fld>
            <a:endParaRPr lang="ru-RU" dirty="0"/>
          </a:p>
        </p:txBody>
      </p:sp>
      <p:cxnSp>
        <p:nvCxnSpPr>
          <p:cNvPr id="30" name="Прямая соединительная линия 29">
            <a:extLst>
              <a:ext uri="{FF2B5EF4-FFF2-40B4-BE49-F238E27FC236}">
                <a16:creationId xmlns:a16="http://schemas.microsoft.com/office/drawing/2014/main" id="{A8ABD619-DC62-4FA6-8ABC-122A5C4B4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301262" y="2678654"/>
            <a:ext cx="0" cy="4170468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Дата 2">
            <a:extLst>
              <a:ext uri="{FF2B5EF4-FFF2-40B4-BE49-F238E27FC236}">
                <a16:creationId xmlns:a16="http://schemas.microsoft.com/office/drawing/2014/main" id="{5B78A21E-0201-405E-A386-7A39F8F82F4E}"/>
              </a:ext>
            </a:extLst>
          </p:cNvPr>
          <p:cNvSpPr>
            <a:spLocks noGrp="1"/>
          </p:cNvSpPr>
          <p:nvPr>
            <p:ph type="dt" sz="half" idx="17"/>
          </p:nvPr>
        </p:nvSpPr>
        <p:spPr>
          <a:xfrm>
            <a:off x="1301262" y="218220"/>
            <a:ext cx="2743200" cy="365125"/>
          </a:xfrm>
        </p:spPr>
        <p:txBody>
          <a:bodyPr rtlCol="0"/>
          <a:lstStyle>
            <a:lvl1pPr>
              <a:defRPr lang="ru-RU">
                <a:solidFill>
                  <a:schemeClr val="bg1"/>
                </a:solidFill>
              </a:defRPr>
            </a:lvl1pPr>
          </a:lstStyle>
          <a:p>
            <a:pPr rtl="0"/>
            <a:r>
              <a:rPr lang="ru-RU"/>
              <a:t>20xx</a:t>
            </a:r>
            <a:endParaRPr lang="ru-RU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CC96BABF-2A15-48FB-BA27-BC36B637FCC7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 rot="16200000">
            <a:off x="-762668" y="4999038"/>
            <a:ext cx="3352802" cy="365125"/>
          </a:xfrm>
        </p:spPr>
        <p:txBody>
          <a:bodyPr rtlCol="0"/>
          <a:lstStyle>
            <a:lvl1pPr>
              <a:defRPr lang="ru-RU">
                <a:solidFill>
                  <a:schemeClr val="bg1"/>
                </a:solidFill>
              </a:defRPr>
            </a:lvl1pPr>
          </a:lstStyle>
          <a:p>
            <a:pPr rtl="0"/>
            <a:r>
              <a:rPr lang="ru-RU"/>
              <a:t>Образец текста нижнего колонтитула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516183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FDA4224-F4E4-47A4-ACF7-2317493908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ru-RU"/>
            </a:defPPr>
          </a:lstStyle>
          <a:p>
            <a:pPr rtl="0"/>
            <a:r>
              <a:rPr lang="ru-RU" dirty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1679907-DC49-4B86-A34C-C97DBC26A9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ru-RU"/>
            </a:defPPr>
          </a:lstStyle>
          <a:p>
            <a:pPr lvl="0" rtl="0"/>
            <a:r>
              <a:rPr lang="ru-RU" dirty="0"/>
              <a:t>Щелкните, чтобы изменить стили текста образца слайда</a:t>
            </a:r>
          </a:p>
          <a:p>
            <a:pPr lvl="1" rtl="0"/>
            <a:r>
              <a:rPr lang="ru-RU" dirty="0"/>
              <a:t>Второй уровень</a:t>
            </a:r>
          </a:p>
          <a:p>
            <a:pPr lvl="2" rtl="0"/>
            <a:r>
              <a:rPr lang="ru-RU" dirty="0"/>
              <a:t>Третий уровень</a:t>
            </a:r>
          </a:p>
          <a:p>
            <a:pPr lvl="3" rtl="0"/>
            <a:r>
              <a:rPr lang="ru-RU" dirty="0"/>
              <a:t>Четвертый уровень</a:t>
            </a:r>
          </a:p>
          <a:p>
            <a:pPr lvl="4" rtl="0"/>
            <a:r>
              <a:rPr lang="ru-RU" dirty="0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5DBC8A0-34FC-4B6E-B42B-A721267D89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ru-RU" sz="1200" b="1" i="0" cap="all" spc="100" baseline="0">
                <a:solidFill>
                  <a:schemeClr val="accent2"/>
                </a:solidFill>
              </a:defRPr>
            </a:lvl1pPr>
          </a:lstStyle>
          <a:p>
            <a:pPr rtl="0"/>
            <a:r>
              <a:rPr lang="ru-RU" dirty="0"/>
              <a:t>20xx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09AC0B6-4CC4-4E41-8A4D-F62E17F285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ru-RU" sz="1200" b="1" i="0" cap="all" spc="100" baseline="0">
                <a:solidFill>
                  <a:schemeClr val="accent2"/>
                </a:solidFill>
              </a:defRPr>
            </a:lvl1pPr>
          </a:lstStyle>
          <a:p>
            <a:pPr rtl="0"/>
            <a:r>
              <a:rPr lang="ru-RU"/>
              <a:t>Образец текста нижнего колонтитула</a:t>
            </a:r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6C0E9BD-90BD-46AE-8A0D-06796ADB76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ru-RU" sz="1200" b="1" i="0" cap="all" spc="100" baseline="0">
                <a:solidFill>
                  <a:schemeClr val="accent2"/>
                </a:solidFill>
              </a:defRPr>
            </a:lvl1pPr>
          </a:lstStyle>
          <a:p>
            <a:pPr rtl="0"/>
            <a:fld id="{294A09A9-5501-47C1-A89A-A340965A2BE2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63539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5" r:id="rId3"/>
    <p:sldLayoutId id="2147483676" r:id="rId4"/>
    <p:sldLayoutId id="2147483660" r:id="rId5"/>
    <p:sldLayoutId id="2147483680" r:id="rId6"/>
    <p:sldLayoutId id="2147483677" r:id="rId7"/>
    <p:sldLayoutId id="2147483665" r:id="rId8"/>
    <p:sldLayoutId id="2147483663" r:id="rId9"/>
    <p:sldLayoutId id="2147483679" r:id="rId10"/>
    <p:sldLayoutId id="2147483681" r:id="rId11"/>
    <p:sldLayoutId id="2147483671" r:id="rId12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ru-RU" sz="5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ru-RU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240" userDrawn="1">
          <p15:clr>
            <a:srgbClr val="547EBF"/>
          </p15:clr>
        </p15:guide>
        <p15:guide id="4" orient="horz" pos="240" userDrawn="1">
          <p15:clr>
            <a:srgbClr val="547EBF"/>
          </p15:clr>
        </p15:guide>
        <p15:guide id="5" pos="7440" userDrawn="1">
          <p15:clr>
            <a:srgbClr val="547EBF"/>
          </p15:clr>
        </p15:guide>
        <p15:guide id="6" orient="horz" pos="4080" userDrawn="1">
          <p15:clr>
            <a:srgbClr val="547EBF"/>
          </p15:clr>
        </p15:guide>
        <p15:guide id="7" pos="3960" userDrawn="1">
          <p15:clr>
            <a:srgbClr val="547EBF"/>
          </p15:clr>
        </p15:guide>
        <p15:guide id="8" pos="3720" userDrawn="1">
          <p15:clr>
            <a:srgbClr val="547EBF"/>
          </p15:clr>
        </p15:guide>
        <p15:guide id="9" pos="2112" userDrawn="1">
          <p15:clr>
            <a:srgbClr val="547EBF"/>
          </p15:clr>
        </p15:guide>
        <p15:guide id="10" pos="1848" userDrawn="1">
          <p15:clr>
            <a:srgbClr val="547EBF"/>
          </p15:clr>
        </p15:guide>
        <p15:guide id="11" pos="5568" userDrawn="1">
          <p15:clr>
            <a:srgbClr val="547EBF"/>
          </p15:clr>
        </p15:guide>
        <p15:guide id="12" pos="5832" userDrawn="1">
          <p15:clr>
            <a:srgbClr val="547EBF"/>
          </p15:clr>
        </p15:guide>
        <p15:guide id="13" pos="4968" userDrawn="1">
          <p15:clr>
            <a:srgbClr val="9FCC3B"/>
          </p15:clr>
        </p15:guide>
        <p15:guide id="14" pos="5208" userDrawn="1">
          <p15:clr>
            <a:srgbClr val="9FCC3B"/>
          </p15:clr>
        </p15:guide>
        <p15:guide id="15" pos="2712" userDrawn="1">
          <p15:clr>
            <a:srgbClr val="9FCC3B"/>
          </p15:clr>
        </p15:guide>
        <p15:guide id="16" pos="2472" userDrawn="1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2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2AE4F1D-F101-4E88-9698-51D314EF2E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6759" y="385339"/>
            <a:ext cx="4076458" cy="3654827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r>
              <a:rPr lang="az-Latn-AZ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Patterns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5" descr="Мужчина в защитном жилете смотрит на стену сложенных друг на друга транспортных контейнеров. ">
            <a:extLst>
              <a:ext uri="{FF2B5EF4-FFF2-40B4-BE49-F238E27FC236}">
                <a16:creationId xmlns:a16="http://schemas.microsoft.com/office/drawing/2014/main" id="{B5F22C11-4FE3-4065-96C3-C3A1E470B97A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 cstate="screen">
            <a:duotone>
              <a:schemeClr val="accent2">
                <a:shade val="45000"/>
                <a:satMod val="135000"/>
              </a:schemeClr>
              <a:prstClr val="white"/>
            </a:duotone>
            <a:alphaModFix amt="51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456238" y="0"/>
            <a:ext cx="6735762" cy="6858000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E4DF506-18FF-4A91-B040-09C39544CF87}"/>
              </a:ext>
            </a:extLst>
          </p:cNvPr>
          <p:cNvSpPr txBox="1"/>
          <p:nvPr/>
        </p:nvSpPr>
        <p:spPr>
          <a:xfrm>
            <a:off x="1256772" y="4167166"/>
            <a:ext cx="407645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Design Pattern</a:t>
            </a:r>
            <a:r>
              <a:rPr lang="en-US" dirty="0">
                <a:solidFill>
                  <a:schemeClr val="bg1"/>
                </a:solidFill>
              </a:rPr>
              <a:t> — </a:t>
            </a:r>
            <a:r>
              <a:rPr lang="en-US" dirty="0" err="1">
                <a:solidFill>
                  <a:schemeClr val="bg1"/>
                </a:solidFill>
              </a:rPr>
              <a:t>proqramlaşdırmada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b="1" dirty="0" err="1">
                <a:solidFill>
                  <a:schemeClr val="bg1"/>
                </a:solidFill>
              </a:rPr>
              <a:t>tez-tez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b="1" dirty="0" err="1">
                <a:solidFill>
                  <a:schemeClr val="bg1"/>
                </a:solidFill>
              </a:rPr>
              <a:t>rast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b="1" dirty="0" err="1">
                <a:solidFill>
                  <a:schemeClr val="bg1"/>
                </a:solidFill>
              </a:rPr>
              <a:t>gəlinən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b="1" dirty="0" err="1">
                <a:solidFill>
                  <a:schemeClr val="bg1"/>
                </a:solidFill>
              </a:rPr>
              <a:t>problemlərin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b="1" dirty="0" err="1">
                <a:solidFill>
                  <a:schemeClr val="bg1"/>
                </a:solidFill>
              </a:rPr>
              <a:t>sınaqdan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b="1" dirty="0" err="1">
                <a:solidFill>
                  <a:schemeClr val="bg1"/>
                </a:solidFill>
              </a:rPr>
              <a:t>çıxmış</a:t>
            </a:r>
            <a:r>
              <a:rPr lang="en-US" b="1" dirty="0">
                <a:solidFill>
                  <a:schemeClr val="bg1"/>
                </a:solidFill>
              </a:rPr>
              <a:t>, </a:t>
            </a:r>
            <a:r>
              <a:rPr lang="en-US" b="1" dirty="0" err="1">
                <a:solidFill>
                  <a:schemeClr val="bg1"/>
                </a:solidFill>
              </a:rPr>
              <a:t>yenidən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b="1" dirty="0" err="1">
                <a:solidFill>
                  <a:schemeClr val="bg1"/>
                </a:solidFill>
              </a:rPr>
              <a:t>istifadə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b="1" dirty="0" err="1">
                <a:solidFill>
                  <a:schemeClr val="bg1"/>
                </a:solidFill>
              </a:rPr>
              <a:t>edilə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b="1" dirty="0" err="1">
                <a:solidFill>
                  <a:schemeClr val="bg1"/>
                </a:solidFill>
              </a:rPr>
              <a:t>bilən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b="1" dirty="0" err="1">
                <a:solidFill>
                  <a:schemeClr val="bg1"/>
                </a:solidFill>
              </a:rPr>
              <a:t>həlləridir</a:t>
            </a:r>
            <a:r>
              <a:rPr lang="en-US" b="1" dirty="0">
                <a:solidFill>
                  <a:schemeClr val="bg1"/>
                </a:solidFill>
              </a:rPr>
              <a:t>.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76322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337A712-592A-435E-ABF4-90B82F0E4F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92583" y="252743"/>
            <a:ext cx="4434721" cy="3675790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r>
              <a:rPr lang="az-Latn-AZ" dirty="0">
                <a:latin typeface="Times New Roman" panose="02020603050405020304" pitchFamily="18" charset="0"/>
                <a:cs typeface="Times New Roman" panose="02020603050405020304" pitchFamily="18" charset="0"/>
              </a:rPr>
              <a:t>Niyə istafədə olunur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D119C9A-A48D-4A3A-A069-C3F7158E0F00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 rtl="0"/>
            <a:r>
              <a:rPr lang="ru-RU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25</a:t>
            </a:r>
            <a:endParaRPr lang="ru-RU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FBEFC6A-CBB8-4657-8FDC-37586F6D2FCF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pPr rtl="0"/>
            <a:fld id="{294A09A9-5501-47C1-A89A-A340965A2BE2}" type="slidenum">
              <a:rPr lang="ru-RU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 rtl="0"/>
              <a:t>2</a:t>
            </a:fld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8" name="Таблица 7">
            <a:extLst>
              <a:ext uri="{FF2B5EF4-FFF2-40B4-BE49-F238E27FC236}">
                <a16:creationId xmlns:a16="http://schemas.microsoft.com/office/drawing/2014/main" id="{4396CDD5-27CF-498B-A16C-583424743C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3821410"/>
              </p:ext>
            </p:extLst>
          </p:nvPr>
        </p:nvGraphicFramePr>
        <p:xfrm>
          <a:off x="0" y="731520"/>
          <a:ext cx="5799418" cy="4572000"/>
        </p:xfrm>
        <a:graphic>
          <a:graphicData uri="http://schemas.openxmlformats.org/drawingml/2006/table">
            <a:tbl>
              <a:tblPr/>
              <a:tblGrid>
                <a:gridCol w="2899709">
                  <a:extLst>
                    <a:ext uri="{9D8B030D-6E8A-4147-A177-3AD203B41FA5}">
                      <a16:colId xmlns:a16="http://schemas.microsoft.com/office/drawing/2014/main" val="859698392"/>
                    </a:ext>
                  </a:extLst>
                </a:gridCol>
                <a:gridCol w="2899709">
                  <a:extLst>
                    <a:ext uri="{9D8B030D-6E8A-4147-A177-3AD203B41FA5}">
                      <a16:colId xmlns:a16="http://schemas.microsoft.com/office/drawing/2014/main" val="402496614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/>
                        <a:t>Məqsəd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İzah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1726579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🔁 </a:t>
                      </a:r>
                      <a:r>
                        <a:rPr lang="en-US" b="1" dirty="0" err="1"/>
                        <a:t>Təkrar</a:t>
                      </a:r>
                      <a:r>
                        <a:rPr lang="en-US" b="1" dirty="0"/>
                        <a:t> </a:t>
                      </a:r>
                      <a:r>
                        <a:rPr lang="en-US" b="1" dirty="0" err="1"/>
                        <a:t>istifadəyə</a:t>
                      </a:r>
                      <a:r>
                        <a:rPr lang="en-US" b="1" dirty="0"/>
                        <a:t> </a:t>
                      </a:r>
                      <a:r>
                        <a:rPr lang="en-US" b="1" dirty="0" err="1"/>
                        <a:t>imkan</a:t>
                      </a:r>
                      <a:r>
                        <a:rPr lang="en-US" b="1" dirty="0"/>
                        <a:t> </a:t>
                      </a:r>
                      <a:r>
                        <a:rPr lang="en-US" b="1" dirty="0" err="1"/>
                        <a:t>verir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Eyni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problemi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hər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dəfə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sıfırdan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yazmaq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əvəzinə</a:t>
                      </a:r>
                      <a:r>
                        <a:rPr lang="en-US" dirty="0"/>
                        <a:t>, </a:t>
                      </a:r>
                      <a:r>
                        <a:rPr lang="en-US" dirty="0" err="1"/>
                        <a:t>hazır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dizayn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nümunəsini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tətbiq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edirsən</a:t>
                      </a:r>
                      <a:r>
                        <a:rPr lang="en-US" dirty="0"/>
                        <a:t>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4930504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sv-SE"/>
                        <a:t>🧠 </a:t>
                      </a:r>
                      <a:r>
                        <a:rPr lang="sv-SE" b="1"/>
                        <a:t>Daha asan anlaşılan struktur</a:t>
                      </a:r>
                      <a:endParaRPr lang="sv-SE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Digər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proqramçılar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bu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patternləri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tanıyır</a:t>
                      </a:r>
                      <a:r>
                        <a:rPr lang="en-US" dirty="0"/>
                        <a:t>, </a:t>
                      </a:r>
                      <a:r>
                        <a:rPr lang="en-US" dirty="0" err="1"/>
                        <a:t>kodunu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tez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başa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düşür</a:t>
                      </a:r>
                      <a:r>
                        <a:rPr lang="en-US" dirty="0"/>
                        <a:t>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1906961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🛠️ </a:t>
                      </a:r>
                      <a:r>
                        <a:rPr lang="en-US" b="1"/>
                        <a:t>Kodun saxlanması və dəyişməsi asan olur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Çünki patternlərdə məsuliyyətlər (responsibility) düzgün bölünür.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7539970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🧩 </a:t>
                      </a:r>
                      <a:r>
                        <a:rPr lang="en-US" b="1"/>
                        <a:t>Loose Coupling təmin edir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Yəni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obyektlər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bir-birinə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sıx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bağlı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olmur</a:t>
                      </a:r>
                      <a:r>
                        <a:rPr lang="en-US" dirty="0"/>
                        <a:t>, </a:t>
                      </a:r>
                      <a:r>
                        <a:rPr lang="en-US" dirty="0" err="1"/>
                        <a:t>kod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daha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çevik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olur</a:t>
                      </a:r>
                      <a:r>
                        <a:rPr lang="en-US" dirty="0"/>
                        <a:t>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396326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804148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DB5F719-57BC-44BD-94DF-6DA97240B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267" y="2446418"/>
            <a:ext cx="5486151" cy="1965163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Üç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əsas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kateqoriya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1F9BE0C-9205-4713-907D-902F973E525D}"/>
              </a:ext>
            </a:extLst>
          </p:cNvPr>
          <p:cNvSpPr>
            <a:spLocks noGrp="1"/>
          </p:cNvSpPr>
          <p:nvPr>
            <p:ph idx="1"/>
          </p:nvPr>
        </p:nvSpPr>
        <p:spPr/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1.Creational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2.Structural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3.Behavioral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BACEF8A-4B90-42BC-B751-EB05EB31AEFF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 rtl="0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25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AFA3FE7-B084-4894-AFCF-16752A2D3571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pPr rtl="0"/>
            <a:fld id="{294A09A9-5501-47C1-A89A-A340965A2BE2}" type="slidenum">
              <a:rPr lang="ru-RU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 rtl="0"/>
              <a:t>3</a:t>
            </a:fld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62844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189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Рисунок 39" descr="Изображение контейнеров верфи">
            <a:extLst>
              <a:ext uri="{FF2B5EF4-FFF2-40B4-BE49-F238E27FC236}">
                <a16:creationId xmlns:a16="http://schemas.microsoft.com/office/drawing/2014/main" id="{349B49B8-DB39-4E92-A441-F8078B215C32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 cstate="screen">
            <a:duotone>
              <a:schemeClr val="accent1">
                <a:shade val="45000"/>
                <a:satMod val="135000"/>
              </a:schemeClr>
              <a:prstClr val="white"/>
            </a:duotone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30" y="0"/>
            <a:ext cx="12188370" cy="6858000"/>
          </a:xfr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460295B-54B9-4937-90E3-BAB9CE69E3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6275" y="2276439"/>
            <a:ext cx="5796458" cy="2868439"/>
          </a:xfrm>
        </p:spPr>
        <p:txBody>
          <a:bodyPr vert="horz" lIns="91440" tIns="45720" rIns="91440" bIns="45720" rtlCol="0" anchor="ctr">
            <a:noAutofit/>
          </a:bodyPr>
          <a:lstStyle>
            <a:defPPr>
              <a:defRPr lang="ru-RU"/>
            </a:defPPr>
          </a:lstStyle>
          <a:p>
            <a:pPr rtl="0"/>
            <a:r>
              <a:rPr lang="en-US" sz="32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CREATIONAL PATTERNS-</a:t>
            </a:r>
            <a:r>
              <a:rPr lang="en-US" sz="32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obyektlərin</a:t>
            </a:r>
            <a:r>
              <a:rPr lang="en-US" sz="32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yaradılma</a:t>
            </a:r>
            <a:r>
              <a:rPr lang="en-US" sz="32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üsulunu</a:t>
            </a:r>
            <a:r>
              <a:rPr lang="en-US" sz="32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idarə</a:t>
            </a:r>
            <a:r>
              <a:rPr lang="en-US" sz="32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edir</a:t>
            </a:r>
            <a:endParaRPr lang="ru-RU" sz="3200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5447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9D863950-723F-4FDE-91E2-47E6551B7F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7713569"/>
              </p:ext>
            </p:extLst>
          </p:nvPr>
        </p:nvGraphicFramePr>
        <p:xfrm>
          <a:off x="770467" y="1788107"/>
          <a:ext cx="10515600" cy="384048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1093879152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898263816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56414792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/>
                        <a:t>Pattern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İzah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Sadə Nümunə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298273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Singleton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Sinifdən yalnız </a:t>
                      </a:r>
                      <a:r>
                        <a:rPr lang="en-US" b="1"/>
                        <a:t>bir obyekt</a:t>
                      </a:r>
                      <a:r>
                        <a:rPr lang="en-US"/>
                        <a:t> yaradıla bilər.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ConfigurationManager, Logger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900193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 dirty="0"/>
                        <a:t>Factory Method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Obyektin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yaradılmasını</a:t>
                      </a:r>
                      <a:r>
                        <a:rPr lang="en-US" dirty="0"/>
                        <a:t> alt </a:t>
                      </a:r>
                      <a:r>
                        <a:rPr lang="en-US" dirty="0" err="1"/>
                        <a:t>siniflərə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ötürür</a:t>
                      </a:r>
                      <a:r>
                        <a:rPr lang="en-US" dirty="0"/>
                        <a:t>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ShapeFactory.Create("circle")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386936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Abstract Factory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Müxtəlif obyekt ailələri yaratmaq üçün.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UIFactory.CreateButton() – Windows və ya Mac üçün fərqli buton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994491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 dirty="0"/>
                        <a:t>Builder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Mürəkkəb obyektləri addım-addım qurur.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CarBuilder.BuildEngine().BuildWheels().Build()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743204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 dirty="0"/>
                        <a:t>Prototype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Mövcud obyektin </a:t>
                      </a:r>
                      <a:r>
                        <a:rPr lang="en-US" b="1"/>
                        <a:t>nüsxəsini</a:t>
                      </a:r>
                      <a:r>
                        <a:rPr lang="en-US"/>
                        <a:t> yaradır.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object.Clone</a:t>
                      </a:r>
                      <a:r>
                        <a:rPr lang="en-US" dirty="0"/>
                        <a:t>()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97692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026252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Рисунок 39" descr="Изображение контейнеров верфи">
            <a:extLst>
              <a:ext uri="{FF2B5EF4-FFF2-40B4-BE49-F238E27FC236}">
                <a16:creationId xmlns:a16="http://schemas.microsoft.com/office/drawing/2014/main" id="{349B49B8-DB39-4E92-A441-F8078B215C32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 cstate="screen">
            <a:duotone>
              <a:schemeClr val="accent1">
                <a:shade val="45000"/>
                <a:satMod val="135000"/>
              </a:schemeClr>
              <a:prstClr val="white"/>
            </a:duotone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30" y="0"/>
            <a:ext cx="12188370" cy="6858000"/>
          </a:xfr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460295B-54B9-4937-90E3-BAB9CE69E3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6275" y="2276439"/>
            <a:ext cx="5796458" cy="2868439"/>
          </a:xfrm>
        </p:spPr>
        <p:txBody>
          <a:bodyPr vert="horz" lIns="91440" tIns="45720" rIns="91440" bIns="45720" rtlCol="0" anchor="ctr">
            <a:noAutofit/>
          </a:bodyPr>
          <a:lstStyle>
            <a:defPPr>
              <a:defRPr lang="ru-RU"/>
            </a:defPPr>
          </a:lstStyle>
          <a:p>
            <a:pPr rtl="0"/>
            <a:r>
              <a:rPr lang="en-US" sz="32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STRUCTURAL PATTERNS-</a:t>
            </a:r>
            <a:r>
              <a:rPr lang="en-US" sz="24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obyektlər</a:t>
            </a:r>
            <a:r>
              <a:rPr lang="en-US" sz="2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arasında</a:t>
            </a:r>
            <a:r>
              <a:rPr lang="en-US" sz="2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münasibətləri</a:t>
            </a:r>
            <a:r>
              <a:rPr lang="en-US" sz="2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qur</a:t>
            </a:r>
            <a:r>
              <a:rPr lang="az-Latn-AZ" sz="2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ur</a:t>
            </a:r>
            <a:r>
              <a:rPr lang="en-US" sz="2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və</a:t>
            </a:r>
            <a:r>
              <a:rPr lang="en-US" sz="2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strukturu</a:t>
            </a:r>
            <a:r>
              <a:rPr lang="en-US" sz="2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səliqəli</a:t>
            </a:r>
            <a:r>
              <a:rPr lang="en-US" sz="2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saxlay</a:t>
            </a:r>
            <a:r>
              <a:rPr lang="az-Latn-AZ" sz="2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ır</a:t>
            </a:r>
            <a:endParaRPr lang="ru-RU" sz="3200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21093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Таблица 1">
            <a:extLst>
              <a:ext uri="{FF2B5EF4-FFF2-40B4-BE49-F238E27FC236}">
                <a16:creationId xmlns:a16="http://schemas.microsoft.com/office/drawing/2014/main" id="{DF4479FF-4ED5-4526-8829-DC59C5B1BE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0284429"/>
              </p:ext>
            </p:extLst>
          </p:nvPr>
        </p:nvGraphicFramePr>
        <p:xfrm>
          <a:off x="1375209" y="1253331"/>
          <a:ext cx="9441582" cy="4351338"/>
        </p:xfrm>
        <a:graphic>
          <a:graphicData uri="http://schemas.openxmlformats.org/drawingml/2006/table">
            <a:tbl>
              <a:tblPr/>
              <a:tblGrid>
                <a:gridCol w="3147194">
                  <a:extLst>
                    <a:ext uri="{9D8B030D-6E8A-4147-A177-3AD203B41FA5}">
                      <a16:colId xmlns:a16="http://schemas.microsoft.com/office/drawing/2014/main" val="2556659804"/>
                    </a:ext>
                  </a:extLst>
                </a:gridCol>
                <a:gridCol w="3147194">
                  <a:extLst>
                    <a:ext uri="{9D8B030D-6E8A-4147-A177-3AD203B41FA5}">
                      <a16:colId xmlns:a16="http://schemas.microsoft.com/office/drawing/2014/main" val="632219706"/>
                    </a:ext>
                  </a:extLst>
                </a:gridCol>
                <a:gridCol w="3147194">
                  <a:extLst>
                    <a:ext uri="{9D8B030D-6E8A-4147-A177-3AD203B41FA5}">
                      <a16:colId xmlns:a16="http://schemas.microsoft.com/office/drawing/2014/main" val="4138441027"/>
                    </a:ext>
                  </a:extLst>
                </a:gridCol>
              </a:tblGrid>
              <a:tr h="328403">
                <a:tc>
                  <a:txBody>
                    <a:bodyPr/>
                    <a:lstStyle/>
                    <a:p>
                      <a:r>
                        <a:rPr lang="en-US" sz="1600">
                          <a:solidFill>
                            <a:schemeClr val="tx1"/>
                          </a:solidFill>
                        </a:rPr>
                        <a:t>Pattern</a:t>
                      </a:r>
                    </a:p>
                  </a:txBody>
                  <a:tcPr marL="82101" marR="82101" marT="41050" marB="41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solidFill>
                            <a:schemeClr val="tx1"/>
                          </a:solidFill>
                        </a:rPr>
                        <a:t>İzah</a:t>
                      </a:r>
                    </a:p>
                  </a:txBody>
                  <a:tcPr marL="82101" marR="82101" marT="41050" marB="41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solidFill>
                            <a:schemeClr val="tx1"/>
                          </a:solidFill>
                        </a:rPr>
                        <a:t>Sadə Nümunə</a:t>
                      </a:r>
                    </a:p>
                  </a:txBody>
                  <a:tcPr marL="82101" marR="82101" marT="41050" marB="41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9285274"/>
                  </a:ext>
                </a:extLst>
              </a:tr>
              <a:tr h="821007"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Adapter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82101" marR="82101" marT="41050" marB="41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Uyğun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gəlməyən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interfeysləri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uyğunlaşdırır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 marL="82101" marR="82101" marT="41050" marB="41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solidFill>
                            <a:schemeClr val="tx1"/>
                          </a:solidFill>
                        </a:rPr>
                        <a:t>AudioPlayer MP4 faylını oxumaq üçün adapter istifadə edir.</a:t>
                      </a:r>
                    </a:p>
                  </a:txBody>
                  <a:tcPr marL="82101" marR="82101" marT="41050" marB="41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3554303"/>
                  </a:ext>
                </a:extLst>
              </a:tr>
              <a:tr h="574705">
                <a:tc>
                  <a:txBody>
                    <a:bodyPr/>
                    <a:lstStyle/>
                    <a:p>
                      <a:r>
                        <a:rPr lang="en-US" sz="1600" b="1">
                          <a:solidFill>
                            <a:schemeClr val="tx1"/>
                          </a:solidFill>
                        </a:rPr>
                        <a:t>Bridge</a:t>
                      </a:r>
                      <a:endParaRPr lang="en-US" sz="1600">
                        <a:solidFill>
                          <a:schemeClr val="tx1"/>
                        </a:solidFill>
                      </a:endParaRPr>
                    </a:p>
                  </a:txBody>
                  <a:tcPr marL="82101" marR="82101" marT="41050" marB="41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solidFill>
                            <a:schemeClr val="tx1"/>
                          </a:solidFill>
                        </a:rPr>
                        <a:t>İnterfeys və implementasiyanı ayırır.</a:t>
                      </a:r>
                    </a:p>
                  </a:txBody>
                  <a:tcPr marL="82101" marR="82101" marT="41050" marB="41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solidFill>
                            <a:schemeClr val="tx1"/>
                          </a:solidFill>
                        </a:rPr>
                        <a:t>Rəng və Şəkil siniflərini ayırmaq.</a:t>
                      </a:r>
                    </a:p>
                  </a:txBody>
                  <a:tcPr marL="82101" marR="82101" marT="41050" marB="41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9976056"/>
                  </a:ext>
                </a:extLst>
              </a:tr>
              <a:tr h="328403"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Composite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82101" marR="82101" marT="41050" marB="41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solidFill>
                            <a:schemeClr val="tx1"/>
                          </a:solidFill>
                        </a:rPr>
                        <a:t>Hiyerarxik strukturu idarə edir.</a:t>
                      </a:r>
                    </a:p>
                  </a:txBody>
                  <a:tcPr marL="82101" marR="82101" marT="41050" marB="41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solidFill>
                            <a:schemeClr val="tx1"/>
                          </a:solidFill>
                        </a:rPr>
                        <a:t>Fayl sistemi: Folder → File</a:t>
                      </a:r>
                    </a:p>
                  </a:txBody>
                  <a:tcPr marL="82101" marR="82101" marT="41050" marB="41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513259"/>
                  </a:ext>
                </a:extLst>
              </a:tr>
              <a:tr h="574705">
                <a:tc>
                  <a:txBody>
                    <a:bodyPr/>
                    <a:lstStyle/>
                    <a:p>
                      <a:r>
                        <a:rPr lang="en-US" sz="1600" b="1">
                          <a:solidFill>
                            <a:schemeClr val="tx1"/>
                          </a:solidFill>
                        </a:rPr>
                        <a:t>Decorator</a:t>
                      </a:r>
                      <a:endParaRPr lang="en-US" sz="1600">
                        <a:solidFill>
                          <a:schemeClr val="tx1"/>
                        </a:solidFill>
                      </a:endParaRPr>
                    </a:p>
                  </a:txBody>
                  <a:tcPr marL="82101" marR="82101" marT="41050" marB="41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solidFill>
                            <a:schemeClr val="tx1"/>
                          </a:solidFill>
                        </a:rPr>
                        <a:t>Mövcud obyektə </a:t>
                      </a:r>
                      <a:r>
                        <a:rPr lang="en-US" sz="1600" b="1">
                          <a:solidFill>
                            <a:schemeClr val="tx1"/>
                          </a:solidFill>
                        </a:rPr>
                        <a:t>yeni funksiya əlavə edir</a:t>
                      </a:r>
                      <a:r>
                        <a:rPr lang="en-US" sz="1600">
                          <a:solidFill>
                            <a:schemeClr val="tx1"/>
                          </a:solidFill>
                        </a:rPr>
                        <a:t> (miras olmadan).</a:t>
                      </a:r>
                    </a:p>
                  </a:txBody>
                  <a:tcPr marL="82101" marR="82101" marT="41050" marB="41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solidFill>
                            <a:schemeClr val="tx1"/>
                          </a:solidFill>
                        </a:rPr>
                        <a:t>Coffee → WithMilkDecorator</a:t>
                      </a:r>
                    </a:p>
                  </a:txBody>
                  <a:tcPr marL="82101" marR="82101" marT="41050" marB="41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9809625"/>
                  </a:ext>
                </a:extLst>
              </a:tr>
              <a:tr h="574705">
                <a:tc>
                  <a:txBody>
                    <a:bodyPr/>
                    <a:lstStyle/>
                    <a:p>
                      <a:r>
                        <a:rPr lang="en-US" sz="1600" b="1">
                          <a:solidFill>
                            <a:schemeClr val="tx1"/>
                          </a:solidFill>
                        </a:rPr>
                        <a:t>Facade</a:t>
                      </a:r>
                      <a:endParaRPr lang="en-US" sz="1600">
                        <a:solidFill>
                          <a:schemeClr val="tx1"/>
                        </a:solidFill>
                      </a:endParaRPr>
                    </a:p>
                  </a:txBody>
                  <a:tcPr marL="82101" marR="82101" marT="41050" marB="41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solidFill>
                            <a:schemeClr val="tx1"/>
                          </a:solidFill>
                        </a:rPr>
                        <a:t>Mürəkkəb sistemi </a:t>
                      </a:r>
                      <a:r>
                        <a:rPr lang="en-US" sz="1600" b="1">
                          <a:solidFill>
                            <a:schemeClr val="tx1"/>
                          </a:solidFill>
                        </a:rPr>
                        <a:t>sadə interfeyslə</a:t>
                      </a:r>
                      <a:r>
                        <a:rPr lang="en-US" sz="1600">
                          <a:solidFill>
                            <a:schemeClr val="tx1"/>
                          </a:solidFill>
                        </a:rPr>
                        <a:t> idarə edir.</a:t>
                      </a:r>
                    </a:p>
                  </a:txBody>
                  <a:tcPr marL="82101" marR="82101" marT="41050" marB="41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solidFill>
                            <a:schemeClr val="tx1"/>
                          </a:solidFill>
                        </a:rPr>
                        <a:t>HomeTheaterFacade.StartMovie()</a:t>
                      </a:r>
                    </a:p>
                  </a:txBody>
                  <a:tcPr marL="82101" marR="82101" marT="41050" marB="41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6700765"/>
                  </a:ext>
                </a:extLst>
              </a:tr>
              <a:tr h="574705">
                <a:tc>
                  <a:txBody>
                    <a:bodyPr/>
                    <a:lstStyle/>
                    <a:p>
                      <a:r>
                        <a:rPr lang="en-US" sz="1600" b="1">
                          <a:solidFill>
                            <a:schemeClr val="tx1"/>
                          </a:solidFill>
                        </a:rPr>
                        <a:t>Flyweight</a:t>
                      </a:r>
                      <a:endParaRPr lang="en-US" sz="1600">
                        <a:solidFill>
                          <a:schemeClr val="tx1"/>
                        </a:solidFill>
                      </a:endParaRPr>
                    </a:p>
                  </a:txBody>
                  <a:tcPr marL="82101" marR="82101" marT="41050" marB="41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solidFill>
                            <a:schemeClr val="tx1"/>
                          </a:solidFill>
                        </a:rPr>
                        <a:t>Eyni məlumatı paylaşaraq yaddaşa qənaət edir.</a:t>
                      </a:r>
                    </a:p>
                  </a:txBody>
                  <a:tcPr marL="82101" marR="82101" marT="41050" marB="41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solidFill>
                            <a:schemeClr val="tx1"/>
                          </a:solidFill>
                        </a:rPr>
                        <a:t>Eyni simvolların paylaşılması (font rendering).</a:t>
                      </a:r>
                    </a:p>
                  </a:txBody>
                  <a:tcPr marL="82101" marR="82101" marT="41050" marB="41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0107170"/>
                  </a:ext>
                </a:extLst>
              </a:tr>
              <a:tr h="574705">
                <a:tc>
                  <a:txBody>
                    <a:bodyPr/>
                    <a:lstStyle/>
                    <a:p>
                      <a:r>
                        <a:rPr lang="en-US" sz="1600" b="1">
                          <a:solidFill>
                            <a:schemeClr val="tx1"/>
                          </a:solidFill>
                        </a:rPr>
                        <a:t>Proxy</a:t>
                      </a:r>
                      <a:endParaRPr lang="en-US" sz="1600">
                        <a:solidFill>
                          <a:schemeClr val="tx1"/>
                        </a:solidFill>
                      </a:endParaRPr>
                    </a:p>
                  </a:txBody>
                  <a:tcPr marL="82101" marR="82101" marT="41050" marB="41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solidFill>
                            <a:schemeClr val="tx1"/>
                          </a:solidFill>
                        </a:rPr>
                        <a:t>Obyektə </a:t>
                      </a:r>
                      <a:r>
                        <a:rPr lang="en-US" sz="1600" b="1">
                          <a:solidFill>
                            <a:schemeClr val="tx1"/>
                          </a:solidFill>
                        </a:rPr>
                        <a:t>dolayı giriş</a:t>
                      </a:r>
                      <a:r>
                        <a:rPr lang="en-US" sz="1600">
                          <a:solidFill>
                            <a:schemeClr val="tx1"/>
                          </a:solidFill>
                        </a:rPr>
                        <a:t> təmin edir.</a:t>
                      </a:r>
                    </a:p>
                  </a:txBody>
                  <a:tcPr marL="82101" marR="82101" marT="41050" marB="41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ImageProxy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–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şəkli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yalnız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tələb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olunanda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yükləyir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 marL="82101" marR="82101" marT="41050" marB="41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29428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369887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Рисунок 39" descr="Изображение контейнеров верфи">
            <a:extLst>
              <a:ext uri="{FF2B5EF4-FFF2-40B4-BE49-F238E27FC236}">
                <a16:creationId xmlns:a16="http://schemas.microsoft.com/office/drawing/2014/main" id="{349B49B8-DB39-4E92-A441-F8078B215C32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 cstate="screen">
            <a:duotone>
              <a:schemeClr val="accent1">
                <a:shade val="45000"/>
                <a:satMod val="135000"/>
              </a:schemeClr>
              <a:prstClr val="white"/>
            </a:duotone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30" y="0"/>
            <a:ext cx="12188370" cy="6858000"/>
          </a:xfr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460295B-54B9-4937-90E3-BAB9CE69E3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6275" y="2276439"/>
            <a:ext cx="5796458" cy="2868439"/>
          </a:xfrm>
        </p:spPr>
        <p:txBody>
          <a:bodyPr vert="horz" lIns="91440" tIns="45720" rIns="91440" bIns="45720" rtlCol="0" anchor="ctr">
            <a:noAutofit/>
          </a:bodyPr>
          <a:lstStyle>
            <a:defPPr>
              <a:defRPr lang="ru-RU"/>
            </a:defPPr>
          </a:lstStyle>
          <a:p>
            <a:pPr rtl="0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Behavioral Patterns</a:t>
            </a:r>
            <a:r>
              <a:rPr lang="en-US" sz="32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sz="24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obyektlər</a:t>
            </a:r>
            <a:r>
              <a:rPr lang="en-US" sz="2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arasında</a:t>
            </a:r>
            <a:r>
              <a:rPr lang="en-US" sz="2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ünsiyyət</a:t>
            </a:r>
            <a:r>
              <a:rPr lang="en-US" sz="24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və</a:t>
            </a:r>
            <a:r>
              <a:rPr lang="en-US" sz="24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məsuliyyət</a:t>
            </a:r>
            <a:r>
              <a:rPr lang="en-US" sz="24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bölgüsünü</a:t>
            </a:r>
            <a:r>
              <a:rPr lang="en-US" sz="2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tənzimlə</a:t>
            </a:r>
            <a:r>
              <a:rPr lang="az-Latn-AZ" sz="2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yir</a:t>
            </a:r>
            <a:endParaRPr lang="ru-RU" sz="2400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52956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4542D808-75B3-4EF2-8FBD-BAF95734FF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8594378"/>
              </p:ext>
            </p:extLst>
          </p:nvPr>
        </p:nvGraphicFramePr>
        <p:xfrm>
          <a:off x="1633510" y="1379557"/>
          <a:ext cx="8484156" cy="4413740"/>
        </p:xfrm>
        <a:graphic>
          <a:graphicData uri="http://schemas.openxmlformats.org/drawingml/2006/table">
            <a:tbl>
              <a:tblPr/>
              <a:tblGrid>
                <a:gridCol w="2828052">
                  <a:extLst>
                    <a:ext uri="{9D8B030D-6E8A-4147-A177-3AD203B41FA5}">
                      <a16:colId xmlns:a16="http://schemas.microsoft.com/office/drawing/2014/main" val="4183204160"/>
                    </a:ext>
                  </a:extLst>
                </a:gridCol>
                <a:gridCol w="2828052">
                  <a:extLst>
                    <a:ext uri="{9D8B030D-6E8A-4147-A177-3AD203B41FA5}">
                      <a16:colId xmlns:a16="http://schemas.microsoft.com/office/drawing/2014/main" val="48138623"/>
                    </a:ext>
                  </a:extLst>
                </a:gridCol>
                <a:gridCol w="2828052">
                  <a:extLst>
                    <a:ext uri="{9D8B030D-6E8A-4147-A177-3AD203B41FA5}">
                      <a16:colId xmlns:a16="http://schemas.microsoft.com/office/drawing/2014/main" val="2215740907"/>
                    </a:ext>
                  </a:extLst>
                </a:gridCol>
              </a:tblGrid>
              <a:tr h="259781">
                <a:tc>
                  <a:txBody>
                    <a:bodyPr/>
                    <a:lstStyle/>
                    <a:p>
                      <a:r>
                        <a:rPr lang="en-US" sz="1300"/>
                        <a:t>Pattern</a:t>
                      </a:r>
                    </a:p>
                  </a:txBody>
                  <a:tcPr marL="64945" marR="64945" marT="32473" marB="32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İzah</a:t>
                      </a:r>
                    </a:p>
                  </a:txBody>
                  <a:tcPr marL="64945" marR="64945" marT="32473" marB="32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Sadə Nümunə</a:t>
                      </a:r>
                    </a:p>
                  </a:txBody>
                  <a:tcPr marL="64945" marR="64945" marT="32473" marB="32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6967708"/>
                  </a:ext>
                </a:extLst>
              </a:tr>
              <a:tr h="454617">
                <a:tc>
                  <a:txBody>
                    <a:bodyPr/>
                    <a:lstStyle/>
                    <a:p>
                      <a:r>
                        <a:rPr lang="en-US" sz="1300" b="1"/>
                        <a:t>Observer</a:t>
                      </a:r>
                      <a:endParaRPr lang="en-US" sz="1300"/>
                    </a:p>
                  </a:txBody>
                  <a:tcPr marL="64945" marR="64945" marT="32473" marB="32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Bir obyekt dəyişəndə digərləri xəbər tutur.</a:t>
                      </a:r>
                    </a:p>
                  </a:txBody>
                  <a:tcPr marL="64945" marR="64945" marT="32473" marB="32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Event, Subscriber sistemi</a:t>
                      </a:r>
                    </a:p>
                  </a:txBody>
                  <a:tcPr marL="64945" marR="64945" marT="32473" marB="32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324370"/>
                  </a:ext>
                </a:extLst>
              </a:tr>
              <a:tr h="454617">
                <a:tc>
                  <a:txBody>
                    <a:bodyPr/>
                    <a:lstStyle/>
                    <a:p>
                      <a:r>
                        <a:rPr lang="en-US" sz="1300" b="1" dirty="0"/>
                        <a:t>Strategy</a:t>
                      </a:r>
                      <a:endParaRPr lang="en-US" sz="1300" dirty="0"/>
                    </a:p>
                  </a:txBody>
                  <a:tcPr marL="64945" marR="64945" marT="32473" marB="32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Davranışı dinamik dəyişmək üçün istifadə olunur.</a:t>
                      </a:r>
                    </a:p>
                  </a:txBody>
                  <a:tcPr marL="64945" marR="64945" marT="32473" marB="32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PaymentStrategy – kart, PayPal və s.</a:t>
                      </a:r>
                    </a:p>
                  </a:txBody>
                  <a:tcPr marL="64945" marR="64945" marT="32473" marB="32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8948730"/>
                  </a:ext>
                </a:extLst>
              </a:tr>
              <a:tr h="454617">
                <a:tc>
                  <a:txBody>
                    <a:bodyPr/>
                    <a:lstStyle/>
                    <a:p>
                      <a:r>
                        <a:rPr lang="en-US" sz="1300" b="1"/>
                        <a:t>Command</a:t>
                      </a:r>
                      <a:endParaRPr lang="en-US" sz="1300"/>
                    </a:p>
                  </a:txBody>
                  <a:tcPr marL="64945" marR="64945" marT="32473" marB="32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Əməliyyatı obyekt kimi saxlayır və sonradan işə salır.</a:t>
                      </a:r>
                    </a:p>
                  </a:txBody>
                  <a:tcPr marL="64945" marR="64945" marT="32473" marB="32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Undo, Redo funksiyası</a:t>
                      </a:r>
                    </a:p>
                  </a:txBody>
                  <a:tcPr marL="64945" marR="64945" marT="32473" marB="32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4233949"/>
                  </a:ext>
                </a:extLst>
              </a:tr>
              <a:tr h="454617">
                <a:tc>
                  <a:txBody>
                    <a:bodyPr/>
                    <a:lstStyle/>
                    <a:p>
                      <a:r>
                        <a:rPr lang="en-US" sz="1300" b="1" dirty="0"/>
                        <a:t>Mediator</a:t>
                      </a:r>
                      <a:endParaRPr lang="en-US" sz="1300" dirty="0"/>
                    </a:p>
                  </a:txBody>
                  <a:tcPr marL="64945" marR="64945" marT="32473" marB="32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 err="1"/>
                        <a:t>Obyektlər</a:t>
                      </a:r>
                      <a:r>
                        <a:rPr lang="en-US" sz="1300" dirty="0"/>
                        <a:t> </a:t>
                      </a:r>
                      <a:r>
                        <a:rPr lang="en-US" sz="1300" dirty="0" err="1"/>
                        <a:t>arasındakı</a:t>
                      </a:r>
                      <a:r>
                        <a:rPr lang="en-US" sz="1300" dirty="0"/>
                        <a:t> </a:t>
                      </a:r>
                      <a:r>
                        <a:rPr lang="en-US" sz="1300" dirty="0" err="1"/>
                        <a:t>əlaqəni</a:t>
                      </a:r>
                      <a:r>
                        <a:rPr lang="en-US" sz="1300" dirty="0"/>
                        <a:t> </a:t>
                      </a:r>
                      <a:r>
                        <a:rPr lang="en-US" sz="1300" b="1" dirty="0" err="1"/>
                        <a:t>mərkəzləşdirir</a:t>
                      </a:r>
                      <a:r>
                        <a:rPr lang="en-US" sz="1300" dirty="0"/>
                        <a:t>.</a:t>
                      </a:r>
                    </a:p>
                  </a:txBody>
                  <a:tcPr marL="64945" marR="64945" marT="32473" marB="32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ChatRoom mediator</a:t>
                      </a:r>
                    </a:p>
                  </a:txBody>
                  <a:tcPr marL="64945" marR="64945" marT="32473" marB="32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6548452"/>
                  </a:ext>
                </a:extLst>
              </a:tr>
              <a:tr h="454617">
                <a:tc>
                  <a:txBody>
                    <a:bodyPr/>
                    <a:lstStyle/>
                    <a:p>
                      <a:r>
                        <a:rPr lang="en-US" sz="1300" b="1"/>
                        <a:t>State</a:t>
                      </a:r>
                      <a:endParaRPr lang="en-US" sz="1300"/>
                    </a:p>
                  </a:txBody>
                  <a:tcPr marL="64945" marR="64945" marT="32473" marB="32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Obyektin </a:t>
                      </a:r>
                      <a:r>
                        <a:rPr lang="en-US" sz="1300" b="1"/>
                        <a:t>davranışı vəziyyətə görə dəyişir</a:t>
                      </a:r>
                      <a:r>
                        <a:rPr lang="en-US" sz="1300"/>
                        <a:t>.</a:t>
                      </a:r>
                    </a:p>
                  </a:txBody>
                  <a:tcPr marL="64945" marR="64945" marT="32473" marB="32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Document – Draft, Published və s.</a:t>
                      </a:r>
                    </a:p>
                  </a:txBody>
                  <a:tcPr marL="64945" marR="64945" marT="32473" marB="32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8938478"/>
                  </a:ext>
                </a:extLst>
              </a:tr>
              <a:tr h="454617">
                <a:tc>
                  <a:txBody>
                    <a:bodyPr/>
                    <a:lstStyle/>
                    <a:p>
                      <a:r>
                        <a:rPr lang="en-US" sz="1300" b="1"/>
                        <a:t>Iterator</a:t>
                      </a:r>
                      <a:endParaRPr lang="en-US" sz="1300"/>
                    </a:p>
                  </a:txBody>
                  <a:tcPr marL="64945" marR="64945" marT="32473" marB="32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Obyektin elementləri üzərində </a:t>
                      </a:r>
                      <a:r>
                        <a:rPr lang="en-US" sz="1300" b="1"/>
                        <a:t>ardıcıl keçidi təmin edir</a:t>
                      </a:r>
                      <a:r>
                        <a:rPr lang="en-US" sz="1300"/>
                        <a:t>.</a:t>
                      </a:r>
                    </a:p>
                  </a:txBody>
                  <a:tcPr marL="64945" marR="64945" marT="32473" marB="32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foreach</a:t>
                      </a:r>
                    </a:p>
                  </a:txBody>
                  <a:tcPr marL="64945" marR="64945" marT="32473" marB="32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3559902"/>
                  </a:ext>
                </a:extLst>
              </a:tr>
              <a:tr h="454617">
                <a:tc>
                  <a:txBody>
                    <a:bodyPr/>
                    <a:lstStyle/>
                    <a:p>
                      <a:r>
                        <a:rPr lang="en-US" sz="1300" b="1"/>
                        <a:t>Template Method</a:t>
                      </a:r>
                      <a:endParaRPr lang="en-US" sz="1300"/>
                    </a:p>
                  </a:txBody>
                  <a:tcPr marL="64945" marR="64945" marT="32473" marB="32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Əsas alqoritmi müəyyən edir, alt siniflər detallarını dəyişir.</a:t>
                      </a:r>
                    </a:p>
                  </a:txBody>
                  <a:tcPr marL="64945" marR="64945" marT="32473" marB="32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AlgorithmBase.Execute()</a:t>
                      </a:r>
                    </a:p>
                  </a:txBody>
                  <a:tcPr marL="64945" marR="64945" marT="32473" marB="32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6747655"/>
                  </a:ext>
                </a:extLst>
              </a:tr>
              <a:tr h="454617">
                <a:tc>
                  <a:txBody>
                    <a:bodyPr/>
                    <a:lstStyle/>
                    <a:p>
                      <a:r>
                        <a:rPr lang="en-US" sz="1300" b="1"/>
                        <a:t>Chain of Responsibility</a:t>
                      </a:r>
                      <a:endParaRPr lang="en-US" sz="1300"/>
                    </a:p>
                  </a:txBody>
                  <a:tcPr marL="64945" marR="64945" marT="32473" marB="32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Müraciəti ardıcıl handler-lərə ötürür.</a:t>
                      </a:r>
                    </a:p>
                  </a:txBody>
                  <a:tcPr marL="64945" marR="64945" marT="32473" marB="32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SupportTicketHandler</a:t>
                      </a:r>
                    </a:p>
                  </a:txBody>
                  <a:tcPr marL="64945" marR="64945" marT="32473" marB="32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4664515"/>
                  </a:ext>
                </a:extLst>
              </a:tr>
              <a:tr h="454617">
                <a:tc>
                  <a:txBody>
                    <a:bodyPr/>
                    <a:lstStyle/>
                    <a:p>
                      <a:r>
                        <a:rPr lang="en-US" sz="1300" b="1"/>
                        <a:t>Visitor</a:t>
                      </a:r>
                      <a:endParaRPr lang="en-US" sz="1300"/>
                    </a:p>
                  </a:txBody>
                  <a:tcPr marL="64945" marR="64945" marT="32473" marB="32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Yeni əməliyyatlar əlavə etməyə imkan verir.</a:t>
                      </a:r>
                    </a:p>
                  </a:txBody>
                  <a:tcPr marL="64945" marR="64945" marT="32473" marB="32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 err="1"/>
                        <a:t>DocumentVisitor</a:t>
                      </a:r>
                      <a:r>
                        <a:rPr lang="en-US" sz="1300" dirty="0"/>
                        <a:t> – PDF, DOCX </a:t>
                      </a:r>
                      <a:r>
                        <a:rPr lang="en-US" sz="1300" dirty="0" err="1"/>
                        <a:t>və</a:t>
                      </a:r>
                      <a:r>
                        <a:rPr lang="en-US" sz="1300" dirty="0"/>
                        <a:t> s. </a:t>
                      </a:r>
                      <a:r>
                        <a:rPr lang="en-US" sz="1300" dirty="0" err="1"/>
                        <a:t>üçün</a:t>
                      </a:r>
                      <a:endParaRPr lang="en-US" sz="1300" dirty="0"/>
                    </a:p>
                  </a:txBody>
                  <a:tcPr marL="64945" marR="64945" marT="32473" marB="32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13112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106324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B046E4-520B-0F34-3CEA-C155113819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5A724A00-406F-49B9-2238-817EA3E98F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ilə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Service Locator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arasındakı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fərq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nədir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C53939CF-E9B3-A2C7-F6D9-EA2D230AB7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AutoNum type="arabicPeriod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🚫 Singleton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gizli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qlobal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state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yaradır</a:t>
            </a:r>
            <a:endParaRPr lang="az-Latn-AZ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Yəni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proqramın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istənilən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yerində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eyni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instance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istifadə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olunur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Bu:</a:t>
            </a: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kodu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debugging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etməyi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çətinləşdirir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yan-effektlərə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səbəb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olur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proqnozlaşdırmağı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çətinləşdirir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717F77BD-AF26-8E28-7C3F-C9AF1BF82064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 rtl="0"/>
            <a:r>
              <a:rPr lang="ru-RU" dirty="0"/>
              <a:t>20</a:t>
            </a:r>
            <a:r>
              <a:rPr lang="az-Latn-AZ" dirty="0"/>
              <a:t>25</a:t>
            </a:r>
            <a:endParaRPr lang="ru-RU" dirty="0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EDAAAE94-2E40-E227-1A3D-9E98345EA6CF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pPr rtl="0"/>
            <a:fld id="{294A09A9-5501-47C1-A89A-A340965A2BE2}" type="slidenum">
              <a:rPr lang="ru-RU" smtClean="0"/>
              <a:pPr rtl="0"/>
              <a:t>10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76424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A082B5FA-4F22-4D81-AA7B-ACA2267E7F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z-Latn-AZ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Singleton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735C5BB-19D7-47DA-B681-471649C9624F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rPr lang="az-Latn-AZ" dirty="0">
                <a:latin typeface="Times New Roman" panose="02020603050405020304" pitchFamily="18" charset="0"/>
                <a:cs typeface="Times New Roman" panose="02020603050405020304" pitchFamily="18" charset="0"/>
              </a:rPr>
              <a:t>Məqsəd odur ki tək bir instans yaradıb proyekt boyunca ondan istifadə edək</a:t>
            </a:r>
          </a:p>
        </p:txBody>
      </p:sp>
    </p:spTree>
    <p:extLst>
      <p:ext uri="{BB962C8B-B14F-4D97-AF65-F5344CB8AC3E}">
        <p14:creationId xmlns:p14="http://schemas.microsoft.com/office/powerpoint/2010/main" val="25353876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>
            <a:extLst>
              <a:ext uri="{FF2B5EF4-FFF2-40B4-BE49-F238E27FC236}">
                <a16:creationId xmlns:a16="http://schemas.microsoft.com/office/drawing/2014/main" id="{23BB0236-57B3-4B97-81E3-1AE91DCEAD93}"/>
              </a:ext>
            </a:extLst>
          </p:cNvPr>
          <p:cNvSpPr>
            <a:spLocks noGrp="1" noChangeArrowheads="1"/>
          </p:cNvSpPr>
          <p:nvPr>
            <p:ph type="body" idx="14"/>
          </p:nvPr>
        </p:nvSpPr>
        <p:spPr bwMode="auto">
          <a:xfrm>
            <a:off x="1010180" y="1601717"/>
            <a:ext cx="4992687" cy="3847207"/>
          </a:xfrm>
          <a:prstGeom prst="rect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Təsəvvür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elə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Səndə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loq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sistemi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(Logger)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var.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Proqramda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harada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new Logger()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desən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hər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dəfə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yeni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obyekt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yaranacaq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Amma biz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istəmirik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hər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yerdə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yeni logger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açılsın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—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bir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dənə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olsun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və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hamı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ondan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istifadə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etsin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Yəni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məqsəd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Proqramda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yalnız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bir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dənə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obyekt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yaransın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və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hər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yerdə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eyni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obyekt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istifadə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olunsun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#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🟢 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Fikir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Sanki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ofisdə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bir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dənə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printer var,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hamı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ona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qoşulub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çap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eləyir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❌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Əgər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hər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kəs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öz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printerini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gətirsəydi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qarışıqlıq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olardı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Singleton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bunu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aradan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qaldırır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E8189A26-304E-4230-B08C-C36C4D70D2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2356" y="1902183"/>
            <a:ext cx="5612206" cy="3246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8689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4D3A77C2-8931-FF30-3DF3-D5170EF93D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Niyə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Singleton pattern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çox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zaman “anti-pattern”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sayılır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06E61A66-8768-BE70-E1A0-1ABA3CD7DC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AutoNum type="arabicPeriod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🚫 Singleton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gizli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qlobal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state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yaradır</a:t>
            </a:r>
            <a:endParaRPr lang="az-Latn-AZ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Yəni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proqramın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istənilən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yerində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eyni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instance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istifadə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olunur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Bu:</a:t>
            </a: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kodu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debugging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etməyi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çətinləşdirir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yan-effektlərə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səbəb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olur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proqnozlaşdırmağı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çətinləşdirir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5964FF13-4E35-7853-3CA8-301D9E72B78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 rtl="0"/>
            <a:r>
              <a:rPr lang="ru-RU" dirty="0"/>
              <a:t>20</a:t>
            </a:r>
            <a:r>
              <a:rPr lang="az-Latn-AZ" dirty="0"/>
              <a:t>25</a:t>
            </a:r>
            <a:endParaRPr lang="ru-RU" dirty="0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059321DA-6B2D-D684-6F66-6F6ED8943BC8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pPr rtl="0"/>
            <a:fld id="{294A09A9-5501-47C1-A89A-A340965A2BE2}" type="slidenum">
              <a:rPr lang="ru-RU" smtClean="0"/>
              <a:pPr rtl="0"/>
              <a:t>13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557595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90D60401-A3DF-B54D-63BE-DFFFB88E42FB}"/>
              </a:ext>
            </a:extLst>
          </p:cNvPr>
          <p:cNvSpPr>
            <a:spLocks noGrp="1"/>
          </p:cNvSpPr>
          <p:nvPr>
            <p:ph type="title"/>
          </p:nvPr>
        </p:nvSpPr>
        <p:spPr/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az-Latn-AZ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Global State nədir</a:t>
            </a: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0D8AFA92-137E-1B98-64C3-87FED4DF8E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Global state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proqramın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hər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yerindən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çıxış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edilə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bilən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və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vəziyyəti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dəyişdirilə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bilən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məlumatdır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Yəni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hər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kəs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görə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bilir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hər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kəs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dəyişə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bilir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dəyişiklik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bütün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sistemə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təsir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edir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çox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vaxt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nəzarətsiz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paylaşılmış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deməkdir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Global state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proqramın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hər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tərəfindən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görülə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bilən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və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dəyişilə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bilən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datadır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 data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dəyişəndə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sistemin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hər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yerinə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təsir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edir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ona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görə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risklidir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FF5EDD2F-85ED-82AE-02C9-FB0EA396B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ru-RU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25</a:t>
            </a:r>
            <a:endParaRPr lang="ru-RU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AF3AFF6A-CFC2-2D84-1FB1-81041438D6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27CE633F-9882-4A5C-83A2-1109D0C73261}" type="slidenum">
              <a:rPr lang="ru-RU" sz="11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14</a:t>
            </a:fld>
            <a:endParaRPr lang="ru-RU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66551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D716F2-9ADD-D1E0-CA0C-7C8532A4DF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4BE1CFBD-A4ED-2960-81D8-8660EAC728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Niyə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Singleton pattern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çox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zaman “anti-pattern”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sayılır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7754A09D-369C-B48D-1BA1-75D76A9508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🚫 2. Test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etmək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çox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çətindir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Unit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testlərdə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çox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zaman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hər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test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üçün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yeni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obyekt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lazımdır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Amma Singleton buna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icazə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vermir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instansı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reset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etmək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olmur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mock/ fake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qoymaq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çətinləşir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səbəbdən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testability-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azaldır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8F2BCF4D-3DC7-4566-4AAF-217358BE34BD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 rtl="0"/>
            <a:r>
              <a:rPr lang="ru-RU" dirty="0"/>
              <a:t>20</a:t>
            </a:r>
            <a:r>
              <a:rPr lang="az-Latn-AZ" dirty="0"/>
              <a:t>25</a:t>
            </a:r>
            <a:endParaRPr lang="ru-RU" dirty="0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3BCAD254-194F-1488-6090-45D85A351018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pPr rtl="0"/>
            <a:fld id="{294A09A9-5501-47C1-A89A-A340965A2BE2}" type="slidenum">
              <a:rPr lang="ru-RU" smtClean="0"/>
              <a:pPr rtl="0"/>
              <a:t>15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024269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A4EA93-D284-A124-493E-112CD0F1A6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507AC625-65C3-E6DC-7FE2-FDF6291DC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Niyə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Singleton pattern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çox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zaman “anti-pattern”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sayılır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8EBBA5AF-C0D3-FCBF-146E-682659570B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🚫 3. Single Responsibility Principle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pozulur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Singleton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həm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obyekt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yaradır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həm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də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state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saxlayır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həm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də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global dependency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rolunda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çıxış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edir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Yəni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bir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neçə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məsuliyyət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daşıyır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 OOP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qaydasına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ziddir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3A5AC300-F2D3-C3D9-4EC0-E209B1411A1C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 rtl="0"/>
            <a:r>
              <a:rPr lang="ru-RU" dirty="0"/>
              <a:t>20</a:t>
            </a:r>
            <a:r>
              <a:rPr lang="az-Latn-AZ" dirty="0"/>
              <a:t>25</a:t>
            </a:r>
            <a:endParaRPr lang="ru-RU" dirty="0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39B805E8-DB2D-CFB0-C9E8-950F2837ABF1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pPr rtl="0"/>
            <a:fld id="{294A09A9-5501-47C1-A89A-A340965A2BE2}" type="slidenum">
              <a:rPr lang="ru-RU" smtClean="0"/>
              <a:pPr rtl="0"/>
              <a:t>16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485410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0A0903-5C54-3782-3CA1-5B648A28F6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29CF2402-0872-38B8-0B5D-8B89DB4FFF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Niyə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Singleton pattern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çox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zaman “anti-pattern”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sayılır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05C76C77-9D3F-1B6B-F149-15E770CB2F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🚫 4. Dependency Injection-ı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pozur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Modern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arxitekturalarda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(ASP.NET Core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və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s.)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hər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şey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ilə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idarə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olunur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Singleton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isə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DI-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dən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kənarda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işləyir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və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asılılıqları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gizlədir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etmək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çətindir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arxitekturanı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pozur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CCEBCA9B-EF3B-F9EC-49F5-307B5EBA76A3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 rtl="0"/>
            <a:r>
              <a:rPr lang="ru-RU" dirty="0"/>
              <a:t>20</a:t>
            </a:r>
            <a:r>
              <a:rPr lang="az-Latn-AZ" dirty="0"/>
              <a:t>25</a:t>
            </a:r>
            <a:endParaRPr lang="ru-RU" dirty="0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BF1A8E5F-8485-0509-6F4E-C39139BADFD3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pPr rtl="0"/>
            <a:fld id="{294A09A9-5501-47C1-A89A-A340965A2BE2}" type="slidenum">
              <a:rPr lang="ru-RU" smtClean="0"/>
              <a:pPr rtl="0"/>
              <a:t>17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781914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81191F-5E74-4A3B-3DC0-44EAA15C9B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41A9BCE3-8E63-4C50-5AB3-9A0B50C635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Niyə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Singleton pattern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çox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zaman “anti-pattern”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sayılır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00C82C66-2F71-D9FE-8713-F6F3793E6E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🚫 5. Multi-threading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problemleri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Yanlış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implementasiya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edilərsə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iki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müxtəlif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thread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eyni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anda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instance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yarada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bilər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race condition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yarana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bilər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thread-safe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etmək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üçün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əlavə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lock-lar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lazımdır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61150625-AC33-4C2E-415C-4FFE97BB60DD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 rtl="0"/>
            <a:r>
              <a:rPr lang="ru-RU" dirty="0"/>
              <a:t>20</a:t>
            </a:r>
            <a:r>
              <a:rPr lang="az-Latn-AZ" dirty="0"/>
              <a:t>25</a:t>
            </a:r>
            <a:endParaRPr lang="ru-RU" dirty="0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36B73469-A17F-9F09-4C92-276568B4A8E3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pPr rtl="0"/>
            <a:fld id="{294A09A9-5501-47C1-A89A-A340965A2BE2}" type="slidenum">
              <a:rPr lang="ru-RU" smtClean="0"/>
              <a:pPr rtl="0"/>
              <a:t>18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004908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A082B5FA-4F22-4D81-AA7B-ACA2267E7F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Mediator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735C5BB-19D7-47DA-B681-471649C9624F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Obyektlər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arasındakı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əlaqəni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mərkəzləşdirir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7434741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 3">
            <a:extLst>
              <a:ext uri="{FF2B5EF4-FFF2-40B4-BE49-F238E27FC236}">
                <a16:creationId xmlns:a16="http://schemas.microsoft.com/office/drawing/2014/main" id="{6E0B11B1-2E88-4C9E-8D4A-9C121E2E775D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1002275" y="948267"/>
            <a:ext cx="9679449" cy="4580466"/>
          </a:xfr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Mediator (</a:t>
            </a:r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Vasitəçi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adından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göründüyü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kimi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obyektlər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bir-biri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ilə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birbaşa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danışmasın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deyə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araya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vasitəçi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salan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dizayn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pattern-dir.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Əgər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sistemdə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çoxlu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obyektlər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bir-biri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ilə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əlaqə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qurursa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obyektlər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arasında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qarışıqlıq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və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sıx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bağlılıq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(tight coupling)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yaranır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Mediator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əlaqəni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idarə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edən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tək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bir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vasitəçi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rolunu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oynayır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Tutaq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ki,biz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istifad</a:t>
            </a:r>
            <a:r>
              <a:rPr lang="az-Latn-AZ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əçi var onlar bir birinə mesaj göndərir,Valeh,Əli,Aslan bir birinə mesaj göndərmək istəyirlər.</a:t>
            </a:r>
          </a:p>
          <a:p>
            <a:r>
              <a:rPr lang="az-Latn-AZ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Valeh-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az-Latn-AZ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Əli,</a:t>
            </a:r>
          </a:p>
          <a:p>
            <a:r>
              <a:rPr lang="az-Latn-AZ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Əli-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&gt;Aslan,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Aslan-&gt;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Valeh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z-Latn-AZ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ə və s istifadəçilərin sayı artıqca qarışıqlıq yaranacaq və obyektlər bir biri ilə birbaşa əlaqədə olacaq tight coupling yaranacaq. Məsələn 2 servisimiz var UserService və ShopService Shop da User i User də Shop istifadə etsək dependency yaranır bunun üçün Mediatordan istifadə edirik.</a:t>
            </a: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852345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80C3A89E-9D53-4040-8D6F-96E3BA65ED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6141" y="991166"/>
            <a:ext cx="5079858" cy="2996068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6C83672F-2466-4D0E-A3E1-20BFDB153F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7414" y="991165"/>
            <a:ext cx="5448772" cy="2996068"/>
          </a:xfrm>
          <a:prstGeom prst="rect">
            <a:avLst/>
          </a:prstGeom>
        </p:spPr>
      </p:pic>
      <p:sp>
        <p:nvSpPr>
          <p:cNvPr id="9" name="Rectangle 1">
            <a:extLst>
              <a:ext uri="{FF2B5EF4-FFF2-40B4-BE49-F238E27FC236}">
                <a16:creationId xmlns:a16="http://schemas.microsoft.com/office/drawing/2014/main" id="{6C362778-675B-418B-A0B0-717764FB984D}"/>
              </a:ext>
            </a:extLst>
          </p:cNvPr>
          <p:cNvSpPr>
            <a:spLocks noGrp="1" noChangeArrowheads="1"/>
          </p:cNvSpPr>
          <p:nvPr>
            <p:ph type="body" idx="14"/>
          </p:nvPr>
        </p:nvSpPr>
        <p:spPr bwMode="auto">
          <a:xfrm>
            <a:off x="1256275" y="4688553"/>
            <a:ext cx="8336458" cy="1569660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UserService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ShopService-dən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asılıdır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ShopService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UserService-dən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asılıdır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Bu 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dairəvi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(circular dependency)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yaradır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ASP.NET Core-da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belə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olduqda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proqram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start 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zamanı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belə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xətaya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düşür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“A circular dependency was detected for the service of type '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UserService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'…”</a:t>
            </a:r>
          </a:p>
        </p:txBody>
      </p:sp>
    </p:spTree>
    <p:extLst>
      <p:ext uri="{BB962C8B-B14F-4D97-AF65-F5344CB8AC3E}">
        <p14:creationId xmlns:p14="http://schemas.microsoft.com/office/powerpoint/2010/main" val="413791192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 3">
            <a:extLst>
              <a:ext uri="{FF2B5EF4-FFF2-40B4-BE49-F238E27FC236}">
                <a16:creationId xmlns:a16="http://schemas.microsoft.com/office/drawing/2014/main" id="{E56DA078-CCAD-48AF-BB57-48275DECA1E8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1036141" y="924188"/>
            <a:ext cx="9679449" cy="750259"/>
          </a:xfrm>
        </p:spPr>
        <p:txBody>
          <a:bodyPr>
            <a:norm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Mediator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lu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yana</a:t>
            </a:r>
            <a:r>
              <a:rPr lang="az-Latn-AZ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şma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6D8BB040-D18F-4748-8743-A943CE5FA5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141" y="1674447"/>
            <a:ext cx="5509737" cy="1127858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B2CE4BBC-E5CF-4C8A-B0EE-E4768EE2B7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141" y="2802305"/>
            <a:ext cx="5509737" cy="363505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C930D5D-B32D-4C72-97DB-6F4B27BC867A}"/>
              </a:ext>
            </a:extLst>
          </p:cNvPr>
          <p:cNvSpPr txBox="1"/>
          <p:nvPr/>
        </p:nvSpPr>
        <p:spPr>
          <a:xfrm>
            <a:off x="6985826" y="1977736"/>
            <a:ext cx="4728846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z-Latn-AZ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İndi UserService və ShopService bir-birindən xəbərsizdir,</a:t>
            </a:r>
          </a:p>
          <a:p>
            <a:r>
              <a:rPr lang="az-Latn-AZ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Onlar Mediator üzərindən əlaqə saxlayırlar.</a:t>
            </a:r>
          </a:p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#“Əgər 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iki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və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ya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daha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çox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servis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bir-birindən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istifadə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edirsə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aralarında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circular dependency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yaranır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 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həm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arxitekturanı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pozur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həm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də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kodu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test 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və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saxlanılması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çətin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edir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Mediator pattern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problemi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həll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edir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servislər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birbaşa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bir-birinə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müraciət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etmir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əvəzində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Mediator 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vasitəsilə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bir-biri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ilə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əlaqə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saxlayır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.”</a:t>
            </a:r>
          </a:p>
        </p:txBody>
      </p:sp>
    </p:spTree>
    <p:extLst>
      <p:ext uri="{BB962C8B-B14F-4D97-AF65-F5344CB8AC3E}">
        <p14:creationId xmlns:p14="http://schemas.microsoft.com/office/powerpoint/2010/main" val="116113447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AE876974-FEE3-4AFD-84D4-9816A6EF85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Factory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5DF4829D-321B-4D32-9FF2-02CD41E5888B}"/>
              </a:ext>
            </a:extLst>
          </p:cNvPr>
          <p:cNvSpPr>
            <a:spLocks noGrp="1" noChangeArrowheads="1"/>
          </p:cNvSpPr>
          <p:nvPr>
            <p:ph type="body" idx="14"/>
          </p:nvPr>
        </p:nvSpPr>
        <p:spPr bwMode="auto">
          <a:xfrm>
            <a:off x="1256275" y="5319494"/>
            <a:ext cx="10527408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Factory pattern </a:t>
            </a:r>
            <a:r>
              <a:rPr lang="en-US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obyektin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yaradılma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məntiqini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mərkəzləşdirir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və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runtime </a:t>
            </a:r>
            <a:r>
              <a:rPr lang="en-US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şərtlərinə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görə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hansı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class-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ın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yaradılacağını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qərar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verir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kumimoji="0" lang="en-US" altLang="en-US" sz="1500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440531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>
            <a:extLst>
              <a:ext uri="{FF2B5EF4-FFF2-40B4-BE49-F238E27FC236}">
                <a16:creationId xmlns:a16="http://schemas.microsoft.com/office/drawing/2014/main" id="{5AD0EE53-AD14-4E9F-8E97-E05C00B490D1}"/>
              </a:ext>
            </a:extLst>
          </p:cNvPr>
          <p:cNvSpPr>
            <a:spLocks noGrp="1" noChangeArrowheads="1"/>
          </p:cNvSpPr>
          <p:nvPr>
            <p:ph type="body" idx="14"/>
          </p:nvPr>
        </p:nvSpPr>
        <p:spPr bwMode="auto">
          <a:xfrm>
            <a:off x="998029" y="2541853"/>
            <a:ext cx="5762592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Tutaq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ki,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sənə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fərqli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növ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maşınlar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lazımdır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Car, Truck, Motorcycle.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Əgər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hər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yerdə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new Car()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və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s.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yazsan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kod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qarışar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Factory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bunu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həll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edir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sən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“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fabrik”dən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sadəcə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“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növ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”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istəyirsən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o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isə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uyğun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obyekti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verir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EBB5FC5D-9634-43F2-9CE2-F9AD12F9AB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9228" y="1114364"/>
            <a:ext cx="5072571" cy="559123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8720050-9FA8-4A1E-913D-7E4266F4C7E9}"/>
              </a:ext>
            </a:extLst>
          </p:cNvPr>
          <p:cNvSpPr txBox="1"/>
          <p:nvPr/>
        </p:nvSpPr>
        <p:spPr>
          <a:xfrm>
            <a:off x="998029" y="4356498"/>
            <a:ext cx="494245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#B</a:t>
            </a:r>
            <a:r>
              <a:rPr lang="az-Latn-AZ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əs sual çıxa bilər ki DI varsa biz nə üçün Factory Pattern dən istifadə edirik,Factory Pattern runtime vaxtı qərar vermək olur,amma DI da olmur.</a:t>
            </a: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514386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AE876974-FEE3-4AFD-84D4-9816A6EF85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Factory</a:t>
            </a:r>
            <a:r>
              <a:rPr lang="az-Latn-AZ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Method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5DF4829D-321B-4D32-9FF2-02CD41E5888B}"/>
              </a:ext>
            </a:extLst>
          </p:cNvPr>
          <p:cNvSpPr>
            <a:spLocks noGrp="1" noChangeArrowheads="1"/>
          </p:cNvSpPr>
          <p:nvPr>
            <p:ph type="body" idx="14"/>
          </p:nvPr>
        </p:nvSpPr>
        <p:spPr bwMode="auto">
          <a:xfrm>
            <a:off x="1256275" y="5304106"/>
            <a:ext cx="10527408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Bir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sinifdə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obyekt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yaratmaq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lazımdır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amma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hansı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class-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ın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yaradılacağına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qərarı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alt 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siniflər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versin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737546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 3">
            <a:extLst>
              <a:ext uri="{FF2B5EF4-FFF2-40B4-BE49-F238E27FC236}">
                <a16:creationId xmlns:a16="http://schemas.microsoft.com/office/drawing/2014/main" id="{862B1673-2AF1-4A6A-B705-4E17E33658A1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1256275" y="973668"/>
            <a:ext cx="9679449" cy="4874846"/>
          </a:xfrm>
        </p:spPr>
        <p:txBody>
          <a:bodyPr>
            <a:normAutofit/>
          </a:bodyPr>
          <a:lstStyle/>
          <a:p>
            <a:r>
              <a:rPr lang="az-Latn-AZ" dirty="0">
                <a:latin typeface="Times New Roman" panose="02020603050405020304" pitchFamily="18" charset="0"/>
                <a:cs typeface="Times New Roman" panose="02020603050405020304" pitchFamily="18" charset="0"/>
              </a:rPr>
              <a:t>Tutaq ki,sənin belə bir kodun var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 payment = new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PayPalPayment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Burda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z-Latn-AZ" dirty="0">
                <a:latin typeface="Times New Roman" panose="02020603050405020304" pitchFamily="18" charset="0"/>
                <a:cs typeface="Times New Roman" panose="02020603050405020304" pitchFamily="18" charset="0"/>
              </a:rPr>
              <a:t>sən özün  konkret olaraq deyirsənki,mənə PayPalPayment obyektini yarat!Yəni yaradılacaq obyektin növünü sən qərar vermisən.</a:t>
            </a:r>
          </a:p>
          <a:p>
            <a:endParaRPr lang="az-Latn-A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az-Latn-AZ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Factory Method nə edir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Biz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obyektin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yarad</a:t>
            </a:r>
            <a:r>
              <a:rPr lang="az-Latn-AZ" dirty="0">
                <a:latin typeface="Times New Roman" panose="02020603050405020304" pitchFamily="18" charset="0"/>
                <a:cs typeface="Times New Roman" panose="02020603050405020304" pitchFamily="18" charset="0"/>
              </a:rPr>
              <a:t>ılma qərarını bir metoda veririk.Yəni artıq biz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“new”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demirik,metod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z-Latn-AZ" dirty="0">
                <a:latin typeface="Times New Roman" panose="02020603050405020304" pitchFamily="18" charset="0"/>
                <a:cs typeface="Times New Roman" panose="02020603050405020304" pitchFamily="18" charset="0"/>
              </a:rPr>
              <a:t>özü qərar verir hansı obyektin yaradılacağına.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663759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 3">
            <a:extLst>
              <a:ext uri="{FF2B5EF4-FFF2-40B4-BE49-F238E27FC236}">
                <a16:creationId xmlns:a16="http://schemas.microsoft.com/office/drawing/2014/main" id="{9C4FF4CB-A46C-4EF5-B543-15CF6EE63C67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1256276" y="1083734"/>
            <a:ext cx="5720257" cy="4764780"/>
          </a:xfrm>
        </p:spPr>
        <p:txBody>
          <a:bodyPr>
            <a:normAutofit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Sad</a:t>
            </a:r>
            <a:r>
              <a:rPr lang="az-Latn-AZ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ə nümunə göstərək,tutalım mənim sistemimdə 2 ödəniş növü var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1)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PaypalPayment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2)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StripePayment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az-Latn-AZ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Və mən hər dəfə if-else yazmaq istəmirəm.</a:t>
            </a:r>
          </a:p>
          <a:p>
            <a:r>
              <a:rPr lang="az-Latn-AZ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Şəkildəndə göründüyü kimi bizim ödəniş növümüz artsa əlavə if  yazmalıyıq.Və bu zaman Factory Method Pattern köməyə gəlir.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A297D771-F18B-4D1E-B9FD-B5F5D23F4A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2732" y="822019"/>
            <a:ext cx="5139268" cy="2437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344894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 3">
            <a:extLst>
              <a:ext uri="{FF2B5EF4-FFF2-40B4-BE49-F238E27FC236}">
                <a16:creationId xmlns:a16="http://schemas.microsoft.com/office/drawing/2014/main" id="{E1D9C735-D621-4882-A195-BCD60E296260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1256275" y="4164050"/>
            <a:ext cx="9679449" cy="750259"/>
          </a:xfrm>
        </p:spPr>
        <p:txBody>
          <a:bodyPr>
            <a:normAutofit fontScale="92500" lnSpcReduction="20000"/>
          </a:bodyPr>
          <a:lstStyle/>
          <a:p>
            <a:r>
              <a:rPr lang="az-Latn-AZ" dirty="0"/>
              <a:t>Əvvəlcə interface lər yardılıb,miras verilib sonra isə Factory Method u olan abstract class yaradırıq.Və burdan göründüyü kimi artıq CreatePayment metodunun içərisində qərar verilir ki,hansı tipdə obyekt yaradılacaq</a:t>
            </a:r>
            <a:endParaRPr lang="en-US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2C58FE4-D889-4718-A414-970F6C052D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6274" y="841471"/>
            <a:ext cx="4585725" cy="3279201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DB9D3386-B0D1-4152-BED1-7D511F688F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3000" y="841470"/>
            <a:ext cx="4585724" cy="3279201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D5E9C0F3-A695-4C03-82B3-B201002C60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6274" y="4957689"/>
            <a:ext cx="6499192" cy="982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346691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AE876974-FEE3-4AFD-84D4-9816A6EF85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6275" y="2276439"/>
            <a:ext cx="10232992" cy="2868439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 Factory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5DF4829D-321B-4D32-9FF2-02CD41E5888B}"/>
              </a:ext>
            </a:extLst>
          </p:cNvPr>
          <p:cNvSpPr>
            <a:spLocks noGrp="1" noChangeArrowheads="1"/>
          </p:cNvSpPr>
          <p:nvPr>
            <p:ph type="body" idx="14"/>
          </p:nvPr>
        </p:nvSpPr>
        <p:spPr bwMode="auto">
          <a:xfrm>
            <a:off x="1256275" y="5319494"/>
            <a:ext cx="10527408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400" b="1" dirty="0"/>
              <a:t>Abstract Factory</a:t>
            </a:r>
            <a:r>
              <a:rPr lang="en-US" sz="1400" dirty="0"/>
              <a:t> — “Factory of Factories”-</a:t>
            </a:r>
            <a:r>
              <a:rPr lang="en-US" sz="1400" dirty="0" err="1"/>
              <a:t>dir</a:t>
            </a:r>
            <a:r>
              <a:rPr lang="en-US" sz="1400" dirty="0"/>
              <a:t>, </a:t>
            </a:r>
            <a:r>
              <a:rPr lang="en-US" sz="1400" dirty="0" err="1"/>
              <a:t>yəni</a:t>
            </a:r>
            <a:r>
              <a:rPr lang="en-US" sz="1400" dirty="0"/>
              <a:t> </a:t>
            </a:r>
            <a:r>
              <a:rPr lang="en-US" sz="1400" b="1" dirty="0" err="1"/>
              <a:t>bir</a:t>
            </a:r>
            <a:r>
              <a:rPr lang="en-US" sz="1400" b="1" dirty="0"/>
              <a:t> </a:t>
            </a:r>
            <a:r>
              <a:rPr lang="en-US" sz="1400" b="1" dirty="0" err="1"/>
              <a:t>neçə</a:t>
            </a:r>
            <a:r>
              <a:rPr lang="en-US" sz="1400" b="1" dirty="0"/>
              <a:t> factory-</a:t>
            </a:r>
            <a:r>
              <a:rPr lang="en-US" sz="1400" b="1" dirty="0" err="1"/>
              <a:t>nin</a:t>
            </a:r>
            <a:r>
              <a:rPr lang="en-US" sz="1400" b="1" dirty="0"/>
              <a:t> </a:t>
            </a:r>
            <a:r>
              <a:rPr lang="en-US" sz="1400" b="1" dirty="0" err="1"/>
              <a:t>idarə</a:t>
            </a:r>
            <a:r>
              <a:rPr lang="en-US" sz="1400" b="1" dirty="0"/>
              <a:t> </a:t>
            </a:r>
            <a:r>
              <a:rPr lang="en-US" sz="1400" b="1" dirty="0" err="1"/>
              <a:t>olunmasını</a:t>
            </a:r>
            <a:r>
              <a:rPr lang="en-US" sz="1400" dirty="0"/>
              <a:t> </a:t>
            </a:r>
            <a:r>
              <a:rPr lang="en-US" sz="1400" dirty="0" err="1"/>
              <a:t>təmin</a:t>
            </a:r>
            <a:r>
              <a:rPr lang="en-US" sz="1400" dirty="0"/>
              <a:t> </a:t>
            </a:r>
            <a:r>
              <a:rPr lang="en-US" sz="1400" dirty="0" err="1"/>
              <a:t>edir</a:t>
            </a:r>
            <a:r>
              <a:rPr lang="en-US" sz="1400" dirty="0"/>
              <a:t>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081086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A5F4BEB6-83EC-4410-8A44-8571BACFA1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835" y="839281"/>
            <a:ext cx="5875529" cy="4366638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D1F59BDC-D96B-4829-AC01-8B11BEAD21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5423" y="2404534"/>
            <a:ext cx="4484159" cy="916118"/>
          </a:xfrm>
          <a:prstGeom prst="rect">
            <a:avLst/>
          </a:prstGeom>
        </p:spPr>
      </p:pic>
      <p:sp>
        <p:nvSpPr>
          <p:cNvPr id="11" name="Rectangle 1">
            <a:extLst>
              <a:ext uri="{FF2B5EF4-FFF2-40B4-BE49-F238E27FC236}">
                <a16:creationId xmlns:a16="http://schemas.microsoft.com/office/drawing/2014/main" id="{7BC6D945-CA65-44A2-BE66-8675A51B0FDC}"/>
              </a:ext>
            </a:extLst>
          </p:cNvPr>
          <p:cNvSpPr>
            <a:spLocks noGrp="1" noChangeArrowheads="1"/>
          </p:cNvSpPr>
          <p:nvPr>
            <p:ph type="body" idx="14"/>
          </p:nvPr>
        </p:nvSpPr>
        <p:spPr bwMode="auto">
          <a:xfrm>
            <a:off x="1100835" y="5313496"/>
            <a:ext cx="10854098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WindowsFactory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və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MacFactory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—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bunlar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sadəcə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“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zavodlardır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”.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Abstract Factory (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IGUIFactory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isə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bu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zavodların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ümumi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idarəetmə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qaydasıdır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44188135-8776-4C2D-91B5-BADE5F4E5F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0835" y="6182030"/>
            <a:ext cx="9872896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Ona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görə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deyirik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“Abstract Factory” — “Factory of Factories”-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dir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çünki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o, 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birdən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çox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zavodun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(factory-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nin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idarəçiliyini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təmin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edir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5042786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AE876974-FEE3-4AFD-84D4-9816A6EF85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6275" y="2276439"/>
            <a:ext cx="10232992" cy="2868439"/>
          </a:xfrm>
        </p:spPr>
        <p:txBody>
          <a:bodyPr/>
          <a:lstStyle/>
          <a:p>
            <a:r>
              <a:rPr lang="az-Latn-AZ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Strategy Pattern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5DF4829D-321B-4D32-9FF2-02CD41E5888B}"/>
              </a:ext>
            </a:extLst>
          </p:cNvPr>
          <p:cNvSpPr>
            <a:spLocks noGrp="1" noChangeArrowheads="1"/>
          </p:cNvSpPr>
          <p:nvPr>
            <p:ph type="body" idx="14"/>
          </p:nvPr>
        </p:nvSpPr>
        <p:spPr bwMode="auto">
          <a:xfrm>
            <a:off x="1256275" y="5334883"/>
            <a:ext cx="10527408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Strategy Pattern — </a:t>
            </a:r>
            <a:r>
              <a:rPr lang="en-US" sz="1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bir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funksiyanın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1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alqoritmin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bir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neçə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variantını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strategiyasını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yaradır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və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hansı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strategiyanın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işləyəcəyinə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runtime-da </a:t>
            </a:r>
            <a:r>
              <a:rPr lang="en-US" sz="1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qərar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verir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538605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>
            <a:extLst>
              <a:ext uri="{FF2B5EF4-FFF2-40B4-BE49-F238E27FC236}">
                <a16:creationId xmlns:a16="http://schemas.microsoft.com/office/drawing/2014/main" id="{1AAC550E-80DF-4BD0-A08D-9DAE4BEC3EEB}"/>
              </a:ext>
            </a:extLst>
          </p:cNvPr>
          <p:cNvSpPr>
            <a:spLocks noGrp="1" noChangeArrowheads="1"/>
          </p:cNvSpPr>
          <p:nvPr>
            <p:ph type="body" idx="14"/>
          </p:nvPr>
        </p:nvSpPr>
        <p:spPr bwMode="auto">
          <a:xfrm>
            <a:off x="891604" y="821100"/>
            <a:ext cx="8439875" cy="2893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Strategy Pattern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—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bir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davranış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loqika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üçün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400" b="1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bir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400" b="1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neçə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400" b="1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fərqli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400" b="1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alqoritm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strategiya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varsa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və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biz </a:t>
            </a:r>
            <a:r>
              <a:rPr kumimoji="0" lang="en-US" altLang="en-US" sz="1400" b="1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hansı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400" b="1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alqoritmdən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400" b="1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istifadə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400" b="1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ediləcəyini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runtime-da (</a:t>
            </a:r>
            <a:r>
              <a:rPr kumimoji="0" lang="en-US" altLang="en-US" sz="1400" b="1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iş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400" b="1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vaxtı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seçmək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istəyiriksə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bu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pattern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istifadə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olunur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Yəni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davranışı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məntiqi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dəyişmək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istədiyimizdə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if/else, switch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ilə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kodu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çirkləndirməyək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əvəzində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hər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davranışı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ayrıca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kumimoji="0" lang="en-US" altLang="en-US" sz="1400" b="1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strategiya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kimi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saxlayıb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1400" b="1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istədiyimizi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inject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edək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kumimoji="0" lang="az-Latn-AZ" altLang="en-US" sz="1400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az-Latn-AZ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az-Latn-AZ" altLang="en-US" sz="14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Məsələn,bir e-commerce saytında 3 ödəniş üsulu var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CardPayment</a:t>
            </a:r>
            <a:endParaRPr lang="en-US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CashPayment</a:t>
            </a:r>
            <a:endParaRPr lang="en-US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en-US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Amma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ödənişin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ümumi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məqsədi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**“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ödəməni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yerinə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yetirmək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”**dir.</a:t>
            </a:r>
            <a:endParaRPr lang="en-US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az-Latn-AZ" altLang="en-US" sz="1400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az-Latn-AZ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35DD0E9E-CBAB-4E4D-8164-7BE0CF3945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755" y="3818467"/>
            <a:ext cx="5568631" cy="2142067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F9C74EB8-EB88-4DFD-81F6-AD7E9B9F9E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5859" y="1635148"/>
            <a:ext cx="4922947" cy="436663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5965FD62-EAEC-4972-92A3-1E0E642073DA}"/>
              </a:ext>
            </a:extLst>
          </p:cNvPr>
          <p:cNvSpPr txBox="1"/>
          <p:nvPr/>
        </p:nvSpPr>
        <p:spPr>
          <a:xfrm>
            <a:off x="9076267" y="1265816"/>
            <a:ext cx="16658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Strategy Pattern</a:t>
            </a:r>
          </a:p>
        </p:txBody>
      </p:sp>
    </p:spTree>
    <p:extLst>
      <p:ext uri="{BB962C8B-B14F-4D97-AF65-F5344CB8AC3E}">
        <p14:creationId xmlns:p14="http://schemas.microsoft.com/office/powerpoint/2010/main" val="228399500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AE876974-FEE3-4AFD-84D4-9816A6EF85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6275" y="2276439"/>
            <a:ext cx="10232992" cy="2868439"/>
          </a:xfrm>
        </p:spPr>
        <p:txBody>
          <a:bodyPr/>
          <a:lstStyle/>
          <a:p>
            <a:r>
              <a:rPr lang="az-Latn-AZ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Adapter Pattern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5DF4829D-321B-4D32-9FF2-02CD41E5888B}"/>
              </a:ext>
            </a:extLst>
          </p:cNvPr>
          <p:cNvSpPr>
            <a:spLocks noGrp="1" noChangeArrowheads="1"/>
          </p:cNvSpPr>
          <p:nvPr>
            <p:ph type="body" idx="14"/>
          </p:nvPr>
        </p:nvSpPr>
        <p:spPr bwMode="auto">
          <a:xfrm>
            <a:off x="1256275" y="5302566"/>
            <a:ext cx="10527408" cy="3416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az-Latn-AZ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Adapter Pattern -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Uyğun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gəlməyən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interfeysləri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uyğunlaşdırır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4008425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 3">
            <a:extLst>
              <a:ext uri="{FF2B5EF4-FFF2-40B4-BE49-F238E27FC236}">
                <a16:creationId xmlns:a16="http://schemas.microsoft.com/office/drawing/2014/main" id="{71A72109-60C6-459E-8B72-2F878A000F78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1256275" y="2881224"/>
            <a:ext cx="9679449" cy="2967290"/>
          </a:xfrm>
        </p:spPr>
        <p:txBody>
          <a:bodyPr>
            <a:normAutofit/>
          </a:bodyPr>
          <a:lstStyle/>
          <a:p>
            <a:r>
              <a:rPr lang="en-US" dirty="0" err="1"/>
              <a:t>Təsəvvür</a:t>
            </a:r>
            <a:r>
              <a:rPr lang="en-US" dirty="0"/>
              <a:t> et ki, </a:t>
            </a:r>
            <a:r>
              <a:rPr lang="en-US" dirty="0" err="1"/>
              <a:t>sən</a:t>
            </a:r>
            <a:r>
              <a:rPr lang="en-US" dirty="0"/>
              <a:t> </a:t>
            </a:r>
            <a:r>
              <a:rPr lang="en-US" dirty="0" err="1"/>
              <a:t>Azərbaycandan</a:t>
            </a:r>
            <a:r>
              <a:rPr lang="en-US" dirty="0"/>
              <a:t> </a:t>
            </a:r>
            <a:r>
              <a:rPr lang="en-US" dirty="0" err="1"/>
              <a:t>Amerikaya</a:t>
            </a:r>
            <a:r>
              <a:rPr lang="en-US" dirty="0"/>
              <a:t> </a:t>
            </a:r>
            <a:r>
              <a:rPr lang="en-US" dirty="0" err="1"/>
              <a:t>səyahətə</a:t>
            </a:r>
            <a:r>
              <a:rPr lang="en-US" dirty="0"/>
              <a:t> </a:t>
            </a:r>
            <a:r>
              <a:rPr lang="en-US" dirty="0" err="1"/>
              <a:t>gedirsən</a:t>
            </a:r>
            <a:r>
              <a:rPr lang="en-US" dirty="0"/>
              <a:t>. </a:t>
            </a:r>
            <a:r>
              <a:rPr lang="en-US" dirty="0" err="1"/>
              <a:t>Telefon</a:t>
            </a:r>
            <a:r>
              <a:rPr lang="en-US" dirty="0"/>
              <a:t> </a:t>
            </a:r>
            <a:r>
              <a:rPr lang="en-US" dirty="0" err="1"/>
              <a:t>şarj</a:t>
            </a:r>
            <a:r>
              <a:rPr lang="en-US" dirty="0"/>
              <a:t> </a:t>
            </a:r>
            <a:r>
              <a:rPr lang="en-US" dirty="0" err="1"/>
              <a:t>cihazını</a:t>
            </a:r>
            <a:r>
              <a:rPr lang="en-US" dirty="0"/>
              <a:t> </a:t>
            </a:r>
            <a:r>
              <a:rPr lang="en-US" dirty="0" err="1"/>
              <a:t>götürürsən</a:t>
            </a:r>
            <a:r>
              <a:rPr lang="en-US" dirty="0"/>
              <a:t>, amma </a:t>
            </a:r>
            <a:r>
              <a:rPr lang="en-US" dirty="0" err="1"/>
              <a:t>Amerikada</a:t>
            </a:r>
            <a:r>
              <a:rPr lang="en-US" dirty="0"/>
              <a:t> </a:t>
            </a:r>
            <a:r>
              <a:rPr lang="en-US" dirty="0" err="1"/>
              <a:t>rozetkalar</a:t>
            </a:r>
            <a:r>
              <a:rPr lang="en-US" dirty="0"/>
              <a:t> </a:t>
            </a:r>
            <a:r>
              <a:rPr lang="en-US" dirty="0" err="1"/>
              <a:t>fərqlidir</a:t>
            </a:r>
            <a:r>
              <a:rPr lang="en-US" dirty="0"/>
              <a:t>! </a:t>
            </a:r>
            <a:r>
              <a:rPr lang="en-US" dirty="0" err="1"/>
              <a:t>Sənin</a:t>
            </a:r>
            <a:r>
              <a:rPr lang="en-US" dirty="0"/>
              <a:t> </a:t>
            </a:r>
            <a:r>
              <a:rPr lang="en-US" dirty="0" err="1"/>
              <a:t>şarj</a:t>
            </a:r>
            <a:r>
              <a:rPr lang="en-US" dirty="0"/>
              <a:t> </a:t>
            </a:r>
            <a:r>
              <a:rPr lang="en-US" dirty="0" err="1"/>
              <a:t>cihazının</a:t>
            </a:r>
            <a:r>
              <a:rPr lang="en-US" dirty="0"/>
              <a:t> </a:t>
            </a:r>
            <a:r>
              <a:rPr lang="en-US" dirty="0" err="1"/>
              <a:t>ştəbəkəsi</a:t>
            </a:r>
            <a:r>
              <a:rPr lang="en-US" dirty="0"/>
              <a:t> </a:t>
            </a:r>
            <a:r>
              <a:rPr lang="en-US" dirty="0" err="1"/>
              <a:t>Azərbaycan</a:t>
            </a:r>
            <a:r>
              <a:rPr lang="en-US" dirty="0"/>
              <a:t> </a:t>
            </a:r>
            <a:r>
              <a:rPr lang="en-US" dirty="0" err="1"/>
              <a:t>rozetkasına</a:t>
            </a:r>
            <a:r>
              <a:rPr lang="en-US" dirty="0"/>
              <a:t> </a:t>
            </a:r>
            <a:r>
              <a:rPr lang="en-US" dirty="0" err="1"/>
              <a:t>uyğundur</a:t>
            </a:r>
            <a:r>
              <a:rPr lang="en-US" dirty="0"/>
              <a:t>, Amerika </a:t>
            </a:r>
            <a:r>
              <a:rPr lang="en-US" dirty="0" err="1"/>
              <a:t>rozetkasına</a:t>
            </a:r>
            <a:r>
              <a:rPr lang="en-US" dirty="0"/>
              <a:t> </a:t>
            </a:r>
            <a:r>
              <a:rPr lang="en-US" dirty="0" err="1"/>
              <a:t>deyil</a:t>
            </a:r>
            <a:r>
              <a:rPr lang="en-US" dirty="0"/>
              <a:t>. </a:t>
            </a:r>
            <a:r>
              <a:rPr lang="en-US" dirty="0" err="1"/>
              <a:t>Nə</a:t>
            </a:r>
            <a:r>
              <a:rPr lang="en-US" dirty="0"/>
              <a:t> </a:t>
            </a:r>
            <a:r>
              <a:rPr lang="en-US" dirty="0" err="1"/>
              <a:t>edirsən</a:t>
            </a:r>
            <a:r>
              <a:rPr lang="en-US" dirty="0"/>
              <a:t>? </a:t>
            </a:r>
            <a:r>
              <a:rPr lang="en-US" b="1" dirty="0"/>
              <a:t>Adapter</a:t>
            </a:r>
            <a:r>
              <a:rPr lang="en-US" dirty="0"/>
              <a:t> </a:t>
            </a:r>
            <a:r>
              <a:rPr lang="en-US" dirty="0" err="1"/>
              <a:t>alırsan</a:t>
            </a:r>
            <a:r>
              <a:rPr lang="en-US" dirty="0"/>
              <a:t>! Bu </a:t>
            </a:r>
            <a:r>
              <a:rPr lang="en-US" dirty="0" err="1"/>
              <a:t>kiçik</a:t>
            </a:r>
            <a:r>
              <a:rPr lang="en-US" dirty="0"/>
              <a:t> </a:t>
            </a:r>
            <a:r>
              <a:rPr lang="en-US" dirty="0" err="1"/>
              <a:t>cihaz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tərəfdən</a:t>
            </a:r>
            <a:r>
              <a:rPr lang="en-US" dirty="0"/>
              <a:t> </a:t>
            </a:r>
            <a:r>
              <a:rPr lang="en-US" dirty="0" err="1"/>
              <a:t>Azərbaycan</a:t>
            </a:r>
            <a:r>
              <a:rPr lang="en-US" dirty="0"/>
              <a:t> </a:t>
            </a:r>
            <a:r>
              <a:rPr lang="en-US" dirty="0" err="1"/>
              <a:t>şəbəkəsini</a:t>
            </a:r>
            <a:r>
              <a:rPr lang="en-US" dirty="0"/>
              <a:t> </a:t>
            </a:r>
            <a:r>
              <a:rPr lang="en-US" dirty="0" err="1"/>
              <a:t>qəbul</a:t>
            </a:r>
            <a:r>
              <a:rPr lang="en-US" dirty="0"/>
              <a:t> </a:t>
            </a:r>
            <a:r>
              <a:rPr lang="en-US" dirty="0" err="1"/>
              <a:t>edir</a:t>
            </a:r>
            <a:r>
              <a:rPr lang="en-US" dirty="0"/>
              <a:t>, </a:t>
            </a:r>
            <a:r>
              <a:rPr lang="en-US" dirty="0" err="1"/>
              <a:t>digər</a:t>
            </a:r>
            <a:r>
              <a:rPr lang="en-US" dirty="0"/>
              <a:t> </a:t>
            </a:r>
            <a:r>
              <a:rPr lang="en-US" dirty="0" err="1"/>
              <a:t>tərəfdən</a:t>
            </a:r>
            <a:r>
              <a:rPr lang="en-US" dirty="0"/>
              <a:t> Amerika </a:t>
            </a:r>
            <a:r>
              <a:rPr lang="en-US" dirty="0" err="1"/>
              <a:t>rozetkasına</a:t>
            </a:r>
            <a:r>
              <a:rPr lang="en-US" dirty="0"/>
              <a:t> </a:t>
            </a:r>
            <a:r>
              <a:rPr lang="en-US" dirty="0" err="1"/>
              <a:t>uyğunlaşır</a:t>
            </a:r>
            <a:r>
              <a:rPr lang="en-US" dirty="0"/>
              <a:t>.</a:t>
            </a:r>
          </a:p>
          <a:p>
            <a:r>
              <a:rPr lang="en-US" b="1" dirty="0" err="1"/>
              <a:t>Proqramlaşdırmada</a:t>
            </a:r>
            <a:r>
              <a:rPr lang="en-US" b="1" dirty="0"/>
              <a:t> Adapter Pattern </a:t>
            </a:r>
            <a:r>
              <a:rPr lang="en-US" b="1" dirty="0" err="1"/>
              <a:t>də</a:t>
            </a:r>
            <a:r>
              <a:rPr lang="en-US" b="1" dirty="0"/>
              <a:t> </a:t>
            </a:r>
            <a:r>
              <a:rPr lang="en-US" b="1" dirty="0" err="1"/>
              <a:t>eyni</a:t>
            </a:r>
            <a:r>
              <a:rPr lang="en-US" b="1" dirty="0"/>
              <a:t> </a:t>
            </a:r>
            <a:r>
              <a:rPr lang="en-US" b="1" dirty="0" err="1"/>
              <a:t>məntiqdir</a:t>
            </a:r>
            <a:r>
              <a:rPr lang="en-US" b="1" dirty="0"/>
              <a:t>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357684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FF95BE9-0490-2438-D620-0B74E2CAC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6276" y="1025609"/>
            <a:ext cx="9679448" cy="2868439"/>
          </a:xfrm>
        </p:spPr>
        <p:txBody>
          <a:bodyPr/>
          <a:lstStyle/>
          <a:p>
            <a:r>
              <a:rPr kumimoji="0" lang="en-US" altLang="en-US" sz="72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Adapter Pattern </a:t>
            </a:r>
            <a:r>
              <a:rPr kumimoji="0" lang="en-US" altLang="en-US" sz="7200" b="1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nədir</a:t>
            </a:r>
            <a:r>
              <a:rPr kumimoji="0" lang="en-US" altLang="en-US" sz="72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br>
              <a:rPr kumimoji="0" lang="en-US" altLang="en-US" sz="72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D36C4C13-760E-3738-223A-8C8467BA0160}"/>
              </a:ext>
            </a:extLst>
          </p:cNvPr>
          <p:cNvSpPr>
            <a:spLocks noGrp="1" noChangeArrowheads="1"/>
          </p:cNvSpPr>
          <p:nvPr>
            <p:ph type="body" idx="14"/>
          </p:nvPr>
        </p:nvSpPr>
        <p:spPr bwMode="auto">
          <a:xfrm>
            <a:off x="1256275" y="4442333"/>
            <a:ext cx="9147825" cy="2062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Adapter Pattern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bir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dizayn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patterndir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(design pattern)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və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belə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bir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problemi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həll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edir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İki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fərqli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interfeys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sistem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var, amma 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bir-biri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ilə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işləyə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bilmir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Adapter 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onları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bir-birinə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uyğunlaşdırır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Yəni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Sənin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mövcud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bir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kodun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var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Yeni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bir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kitabxana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sistem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istifadə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etmək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istəyirsən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Amma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onlar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fərqli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dillə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danışır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fərqli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metodlar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fərqli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strukturlar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Adapter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bu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ikisini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bir-birinə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bağlayır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480606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B597848-FD7B-7499-D247-DA5897ABC3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8419" y="800317"/>
            <a:ext cx="9679448" cy="1320777"/>
          </a:xfrm>
        </p:spPr>
        <p:txBody>
          <a:bodyPr/>
          <a:lstStyle/>
          <a:p>
            <a:r>
              <a:rPr lang="en-US" sz="66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Niyə</a:t>
            </a:r>
            <a:r>
              <a:rPr lang="en-US" sz="66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belə</a:t>
            </a:r>
            <a:r>
              <a:rPr lang="en-US" sz="66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bir</a:t>
            </a:r>
            <a:r>
              <a:rPr lang="en-US" sz="66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şey</a:t>
            </a:r>
            <a:r>
              <a:rPr lang="en-US" sz="66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var? 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8AC47B76-E2E2-DA42-1C8D-AE9E8B102AE2}"/>
              </a:ext>
            </a:extLst>
          </p:cNvPr>
          <p:cNvSpPr>
            <a:spLocks noGrp="1" noChangeArrowheads="1"/>
          </p:cNvSpPr>
          <p:nvPr>
            <p:ph type="body" idx="14"/>
          </p:nvPr>
        </p:nvSpPr>
        <p:spPr bwMode="auto">
          <a:xfrm>
            <a:off x="1254815" y="2483309"/>
            <a:ext cx="9743052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Problem 1: </a:t>
            </a:r>
            <a:r>
              <a:rPr kumimoji="0" lang="en-US" altLang="en-US" sz="1400" b="1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Köhnə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400" b="1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kod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+ Yeni </a:t>
            </a:r>
            <a:r>
              <a:rPr kumimoji="0" lang="en-US" altLang="en-US" sz="1400" b="1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sistem</a:t>
            </a:r>
            <a:endParaRPr kumimoji="0" lang="en-US" altLang="en-US" sz="1400" b="1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Təsəvvür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et ki,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şirkətdə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5 il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əvvəl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yazılmış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bir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sistem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var. İndi yeni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bir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ödəniş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sistemi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əlavə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etmək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istəyirsən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amma: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Köhnə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kod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makePayment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()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metodu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istifadə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edir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Yeni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sistem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isə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processTransaction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()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metodu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istifadə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edir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Bütün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köhnə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kodu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dəyişmək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çox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risklidir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və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vaxt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aparır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Adapter </a:t>
            </a:r>
            <a:r>
              <a:rPr kumimoji="0" lang="en-US" altLang="en-US" sz="1400" b="1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yaradırsan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ki,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köhnə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kod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dəyişməsin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amma yeni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sistemlə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işləsin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kumimoji="0" lang="en-US" altLang="en-US" sz="1400" b="1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Problem 2: </a:t>
            </a:r>
            <a:r>
              <a:rPr kumimoji="0" lang="en-US" altLang="en-US" sz="1400" b="1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Üçüncü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400" b="1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tərəf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400" b="1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kitabxanaları</a:t>
            </a:r>
            <a:endParaRPr kumimoji="0" lang="en-US" altLang="en-US" sz="1400" b="1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YouTube API-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dən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video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məlumatları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alırsan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Sonra Vimeo-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ya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keçmək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qərara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alırsan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Amma: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YouTube: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getVideoData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Vimeo: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fetchVideoInfo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Tətbiqdəki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bütün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yerləri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dəyişmək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əvəzinə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Adapter </a:t>
            </a:r>
            <a:r>
              <a:rPr kumimoji="0" lang="en-US" altLang="en-US" sz="1400" b="1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yazırsan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kumimoji="0" lang="en-US" altLang="en-US" sz="1400" b="1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Problem 3: Test </a:t>
            </a:r>
            <a:r>
              <a:rPr kumimoji="0" lang="en-US" altLang="en-US" sz="1400" b="1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etmək</a:t>
            </a:r>
            <a:endParaRPr kumimoji="0" lang="en-US" altLang="en-US" sz="1400" b="1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Real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verilənlər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bazası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ilə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test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etmək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təhlükəlidir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Adapter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ilə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fake/mock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verilənlər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bazası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yaradırsan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amma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kodun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dəyişmi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72206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1C1CBE-E382-2BD2-A230-BC374C1459AB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1256275" y="1224952"/>
            <a:ext cx="9679449" cy="4623562"/>
          </a:xfrm>
        </p:spPr>
        <p:txBody>
          <a:bodyPr>
            <a:normAutofit/>
          </a:bodyPr>
          <a:lstStyle/>
          <a:p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Əsas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üstünlükləri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Köhnə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kod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dəyişmir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(Open/Closed Principle)</a:t>
            </a: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Mövcud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sisteminə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toxunmursan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sadəcə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yeni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təbəqə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əlavə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edirsən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Asanlıqla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genişləndirilir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Yeni format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əlavə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etmək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istəyirsən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?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Sadəcə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yeni adapter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yaz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Single Responsibility</a:t>
            </a: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Hər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adapter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yalnız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işlə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məşğuldur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uyğunlaşdırma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Test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etmək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asandır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sistemləri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fake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adapterlərlə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əvəz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edə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bilərsən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2610543"/>
      </p:ext>
    </p:extLst>
  </p:cSld>
  <p:clrMapOvr>
    <a:masterClrMapping/>
  </p:clrMapOvr>
</p:sld>
</file>

<file path=ppt/theme/theme1.xml><?xml version="1.0" encoding="utf-8"?>
<a:theme xmlns:a="http://schemas.openxmlformats.org/drawingml/2006/main" name="GradientVTI">
  <a:themeElements>
    <a:clrScheme name="Gradient">
      <a:dk1>
        <a:sysClr val="windowText" lastClr="000000"/>
      </a:dk1>
      <a:lt1>
        <a:sysClr val="window" lastClr="FFFFFF"/>
      </a:lt1>
      <a:dk2>
        <a:srgbClr val="10013F"/>
      </a:dk2>
      <a:lt2>
        <a:srgbClr val="F2F0FF"/>
      </a:lt2>
      <a:accent1>
        <a:srgbClr val="814DFF"/>
      </a:accent1>
      <a:accent2>
        <a:srgbClr val="243FFF"/>
      </a:accent2>
      <a:accent3>
        <a:srgbClr val="FF83B6"/>
      </a:accent3>
      <a:accent4>
        <a:srgbClr val="FF9022"/>
      </a:accent4>
      <a:accent5>
        <a:srgbClr val="FF1F85"/>
      </a:accent5>
      <a:accent6>
        <a:srgbClr val="1A98FF"/>
      </a:accent6>
      <a:hlink>
        <a:srgbClr val="0563C1"/>
      </a:hlink>
      <a:folHlink>
        <a:srgbClr val="954F72"/>
      </a:folHlink>
    </a:clrScheme>
    <a:fontScheme name="Univers">
      <a:majorFont>
        <a:latin typeface="Univers"/>
        <a:ea typeface=""/>
        <a:cs typeface=""/>
      </a:majorFont>
      <a:minorFont>
        <a:latin typeface="Univer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55253243_TF89166914_Win32" id="{BC48626D-315D-4A9B-B01B-3428C20CA27B}" vid="{847E4100-0143-4EA0-BA70-075B12A68099}"/>
    </a:ext>
  </a:extLst>
</a:theme>
</file>

<file path=ppt/theme/theme2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0" ma:contentTypeDescription="Create a new document." ma:contentTypeScope="" ma:versionID="1267097ee5f5874adfcc408041ae252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95891a93df65b14727750f2c06c306c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Image" minOccurs="0"/>
                <xsd:element ref="ns4:TaxCatchAll" minOccurs="0"/>
                <xsd:element ref="ns2:ImageTagsTaxHTFiel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2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6B2BE0AF-90CB-4C86-BB1E-26E501BCE9E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0025B34-BD2B-4F65-80AF-217925182ED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55B3D43-99F7-47DF-90D6-3E3028F5936C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Градиентное оформление</Template>
  <TotalTime>1564</TotalTime>
  <Words>1938</Words>
  <Application>Microsoft Office PowerPoint</Application>
  <PresentationFormat>Widescreen</PresentationFormat>
  <Paragraphs>257</Paragraphs>
  <Slides>37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3" baseType="lpstr">
      <vt:lpstr>Aptos</vt:lpstr>
      <vt:lpstr>Arial</vt:lpstr>
      <vt:lpstr>Calibri</vt:lpstr>
      <vt:lpstr>Times New Roman</vt:lpstr>
      <vt:lpstr>Univers</vt:lpstr>
      <vt:lpstr>GradientVTI</vt:lpstr>
      <vt:lpstr>Design Patterns</vt:lpstr>
      <vt:lpstr>Niyə istafədə olunur?</vt:lpstr>
      <vt:lpstr> Üç əsas kateqoriya</vt:lpstr>
      <vt:lpstr>CREATIONAL PATTERNS-obyektlərin yaradılma üsulunu idarə edir</vt:lpstr>
      <vt:lpstr>PowerPoint Presentation</vt:lpstr>
      <vt:lpstr>STRUCTURAL PATTERNS-obyektlər arasında münasibətləri qurur və strukturu səliqəli saxlayır</vt:lpstr>
      <vt:lpstr>PowerPoint Presentation</vt:lpstr>
      <vt:lpstr>Behavioral Patterns-obyektlər arasında ünsiyyət və məsuliyyət bölgüsünü tənzimləyir</vt:lpstr>
      <vt:lpstr>PowerPoint Presentation</vt:lpstr>
      <vt:lpstr>DI ilə Service Locator arasındakı fərq nədir?</vt:lpstr>
      <vt:lpstr>Singleton</vt:lpstr>
      <vt:lpstr>PowerPoint Presentation</vt:lpstr>
      <vt:lpstr>Niyə Singleton pattern çox zaman “anti-pattern” sayılır?</vt:lpstr>
      <vt:lpstr>Global State nədir?</vt:lpstr>
      <vt:lpstr>Niyə Singleton pattern çox zaman “anti-pattern” sayılır?</vt:lpstr>
      <vt:lpstr>Niyə Singleton pattern çox zaman “anti-pattern” sayılır?</vt:lpstr>
      <vt:lpstr>Niyə Singleton pattern çox zaman “anti-pattern” sayılır?</vt:lpstr>
      <vt:lpstr>Niyə Singleton pattern çox zaman “anti-pattern” sayılır?</vt:lpstr>
      <vt:lpstr>Mediator</vt:lpstr>
      <vt:lpstr>PowerPoint Presentation</vt:lpstr>
      <vt:lpstr>PowerPoint Presentation</vt:lpstr>
      <vt:lpstr>PowerPoint Presentation</vt:lpstr>
      <vt:lpstr>Factory</vt:lpstr>
      <vt:lpstr>PowerPoint Presentation</vt:lpstr>
      <vt:lpstr>Factory Method</vt:lpstr>
      <vt:lpstr>PowerPoint Presentation</vt:lpstr>
      <vt:lpstr>PowerPoint Presentation</vt:lpstr>
      <vt:lpstr>PowerPoint Presentation</vt:lpstr>
      <vt:lpstr>Abstract Factory</vt:lpstr>
      <vt:lpstr>PowerPoint Presentation</vt:lpstr>
      <vt:lpstr>Strategy Pattern</vt:lpstr>
      <vt:lpstr>PowerPoint Presentation</vt:lpstr>
      <vt:lpstr>Adapter Pattern</vt:lpstr>
      <vt:lpstr>PowerPoint Presentation</vt:lpstr>
      <vt:lpstr>Adapter Pattern nədir? </vt:lpstr>
      <vt:lpstr>Niyə belə bir şey var?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Design Patterns</dc:title>
  <dc:creator>İbrahimli Mirvaleh</dc:creator>
  <cp:lastModifiedBy>Mirvaleh Ibrahimli</cp:lastModifiedBy>
  <cp:revision>30</cp:revision>
  <dcterms:created xsi:type="dcterms:W3CDTF">2025-10-29T06:57:39Z</dcterms:created>
  <dcterms:modified xsi:type="dcterms:W3CDTF">2025-12-13T21:50:52Z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